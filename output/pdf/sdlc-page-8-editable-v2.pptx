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91558100c4b05" /><Relationship Type="http://schemas.openxmlformats.org/officeDocument/2006/relationships/extended-properties" Target="/docProps/app.xml" Id="R4d87e399927b4db6" /><Relationship Type="http://schemas.openxmlformats.org/officeDocument/2006/relationships/officeDocument" Target="/ppt/presentation.xml" Id="R215fcf1a96e1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61dcb0a5c49a8"/>
  </p:sldMasterIdLst>
  <p:notesMasterIdLst>
    <p:notesMasterId xmlns:r="http://schemas.openxmlformats.org/officeDocument/2006/relationships" r:id="Re67bf2aee15148e4"/>
  </p:notesMasterIdLst>
  <p:sldIdLst>
    <p:sldId xmlns:r="http://schemas.openxmlformats.org/officeDocument/2006/relationships" id="256" r:id="R14a9a7fb643149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179108f0264114" /><Relationship Type="http://schemas.openxmlformats.org/officeDocument/2006/relationships/slideMaster" Target="/ppt/slideMasters/slideMaster1.xml" Id="R56761dcb0a5c49a8" /><Relationship Type="http://schemas.openxmlformats.org/officeDocument/2006/relationships/notesMaster" Target="/ppt/notesMasters/notesMaster1.xml" Id="Re67bf2aee15148e4" /><Relationship Type="http://schemas.openxmlformats.org/officeDocument/2006/relationships/presProps" Target="/ppt/presProps.xml" Id="Rcbebe780c97849a9" /><Relationship Type="http://schemas.openxmlformats.org/officeDocument/2006/relationships/tableStyles" Target="/ppt/tableStyles.xml" Id="R8d986683a4394145" /><Relationship Type="http://schemas.openxmlformats.org/officeDocument/2006/relationships/slide" Target="/ppt/slides/slide1.xml" Id="R14a9a7fb6431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e5c27c8c1d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60b58966d4f7f" /><Relationship Type="http://schemas.openxmlformats.org/officeDocument/2006/relationships/notesMaster" Target="/ppt/notesMasters/notesMaster1.xml" Id="R17763f04881f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SDLC 7 ขั้นตาม Pop del.pdf หน้า 24-25 เชื่อมกับกิจกรรมวิจัยจากหน้า 59-65 และ 102-104 ไม่ระบุว่าขั้นใดดำเนินการเสร็จแล้ว หากไม่มีข้อมูลสถานะยืนยัน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c6b2e80eb47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603e8ba8a14466" /><Relationship Type="http://schemas.openxmlformats.org/officeDocument/2006/relationships/slideLayout" Target="/ppt/slideLayouts/slideLayout1.xml" Id="Rb4bef058a9ae42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bef058a9ae42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d947db68a4715" /><Relationship Type="http://schemas.openxmlformats.org/officeDocument/2006/relationships/notesSlide" Target="/ppt/notesSlides/notesSlide1.xml" Id="R9a48a8173bd543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499539-38DC-4C71-A4B6-82EA9CF1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DA731-00CD-4D27-84B6-684D60F1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5717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STUDENT DISCIPLINE / RESEARCH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6C653-B0DB-461A-88BB-49CDC6F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ขั้นตอนดำเนินงานตาม SDLC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948F0-44A8-4E17-9C46-B70C4A8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7 ขั้นตอนเพื่อพัฒนาระบบวินัยและติดตามพฤติกรรมนักเรียน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28E0B-3EB9-4E32-9A21-C2A50E14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712A9-4CD7-4842-B228-8946B800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028825"/>
            <a:ext cx="3657600" cy="3657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C8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B7BC1-496B-4DCC-8BD1-5F0BD0E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8F7CD-5B79-4E3E-B96C-B73CE6D7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819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5B2ED-3747-48CB-B3AB-76D1BF6C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4860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ปัญหา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9E412-CF3D-44E0-A761-336DECB1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2857">
            <a:off x="3574787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DDD04-0E51-4692-8ED3-5F1EA1D4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1D66B-AE8A-4D6E-8622-249CCA8E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549FB-D71F-4392-96EA-48DF4B5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2102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ความเป็นไปได้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27AC6-AF29-49DD-BEF8-1FA96600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28571">
            <a:off x="4564248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39A6C-404D-45CB-B9F5-5A8D8396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7ACB0-B243-4AB3-9522-B426EEFD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8A1DF-843C-4B4F-8569-0C2E175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649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09681-2263-444F-930C-F033E9AE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114286">
            <a:off x="4211113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F2772-CA44-461C-93D5-5A95572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146B4-2758-4284-88C5-9BCB1D3E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6BBF8-E673-4ECE-A515-86D15E9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770" y="4695046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3075D-A012-495E-847F-9C119E9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81300" y="56197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1CD18-105A-49F2-AF76-A7CB24BC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5820F-489C-46A5-8B82-4CD7BB9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E5C57-B453-4C56-AACC-45DF586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80" y="4695046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</a:t>
            </a:r>
          </a:p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และทดสอบ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A52E7-12E4-41DE-9893-400101F9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85714">
            <a:off x="1351487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54D28-2CCB-4626-88AE-127387E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5BE51-66B1-423A-B67F-0E0986DE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42B34-9FA1-4B8C-803F-4D46C490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6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01D9B-10DA-448F-AD1F-D8C887F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371429">
            <a:off x="998352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A6B6A3-5FBE-46FC-BA78-778A586B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C129F-6DD0-486A-A47F-C41D3D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F98C9-EBBC-4101-8557-03CCFBDF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48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592B0F-7C88-44EF-B8CE-4ABEA5C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457143">
            <a:off x="1987813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8F0BB6-7CFA-42F8-B3A3-F0F14AE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3623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3C1F3-EFA2-48C1-AA3E-05BC5EA6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29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ระบบวินัยนักเรียน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84D9B8-D688-45B1-AFD8-3DBD116A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864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พัฒนาและปรับปรุงอย่างต่อเนื่อง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89DC5-8D65-4566-AA58-DFF723E1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952625"/>
            <a:ext cx="0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3DBAE-9D4C-44B7-9717-9D83C8B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19240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81D10F-2800-440B-81C4-95C4999E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9145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ค้นหาปัญหา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530310-A410-4894-8530-0760ABB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2193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วิเคราะห์การบันทึกกระดาษและติดตามพฤติกรรม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E0C714-CD91-4FB6-8EFD-166A23B9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2514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997DA6-57B0-4150-AB13-42F05EE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5050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ศึกษาความเป็นไปได้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84CA11-8CD6-4AF4-B0B5-83BDDF1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09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พิจารณาเครื่องมือ บุคลากร งบประมาณ และเวลา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2CDB9-FE50-4C99-8FE0-5AA97BC4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1051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E692EA-238D-430B-B7A9-05B261F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0956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วิเคราะห์ระบบ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98CA24-E196-4D44-BCAB-7A061B1A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4004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สัมภาษณ์ผู้ใช้ • กำหนดงานและสิทธิ์ 5 บทบาท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DD5FA-4308-432E-B2C7-C724F0E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57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72E78E-D58A-44CA-8682-BF0B597A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6861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ออกแบบระบบ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6EFD04-323B-4A88-8265-610CE34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909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DFD • ER Diagram • ฐานข้อมูล • หน้าจอ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88375D-187B-426F-BE6F-9A4F3F6B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286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20D921-B009-4BDB-92D9-624AC4D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2767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พัฒนาและทดสอบ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22E11B-540D-46D7-8179-E1E2874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5815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PHP/MySQL • ทดสอบคะแนน สิทธิ์ และอุทธรณ์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ECE8D3-ECDA-4063-8107-2079BADB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8768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3323B5-B9A3-4D2E-8760-027F2919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8672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ติดตั้งระบบ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4E1E78-899D-4E15-AB80-7D50804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1720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ทดลองใช้ด้วย XAMPP และแม่ข่ายมหาวิทยาลัย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169F79-4042-47A0-B552-7DB7313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54673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3C602D-B5E3-4E47-913C-088F83F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4578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บำรุงรักษาระบบ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164E7D-3BFD-49B1-9410-D172846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7626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ใช้ผลประเมินและข้อเสนอแนะปรับปรุงระบบ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45BA1B-143F-4AE1-B612-2328245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56829A-50C6-485C-813B-9218981A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24-25, 59-65, 102-104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A0BE04-0DB2-47A4-8339-C3420227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6410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509821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2026-10-03T22:32:38.5920000Z</dcterms:created>
  <dcterms:modified xsi:type="dcterms:W3CDTF">2026-10-03T22:32:38.5920000Z</dcterms:modified>
</coreProperties>
</file>