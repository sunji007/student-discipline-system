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5d980d1ac4817" /><Relationship Type="http://schemas.openxmlformats.org/officeDocument/2006/relationships/extended-properties" Target="/docProps/app.xml" Id="Raf8a8b6d5cc248fb" /><Relationship Type="http://schemas.openxmlformats.org/officeDocument/2006/relationships/officeDocument" Target="/ppt/presentation.xml" Id="Rf68807a43a1949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ce410ddb8040fe"/>
  </p:sldMasterIdLst>
  <p:notesMasterIdLst>
    <p:notesMasterId xmlns:r="http://schemas.openxmlformats.org/officeDocument/2006/relationships" r:id="R9b7540df0dcb41dc"/>
  </p:notesMasterIdLst>
  <p:sldIdLst>
    <p:sldId xmlns:r="http://schemas.openxmlformats.org/officeDocument/2006/relationships" id="256" r:id="Rfead29a459c944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3a668c986749dc" /><Relationship Type="http://schemas.openxmlformats.org/officeDocument/2006/relationships/slideMaster" Target="/ppt/slideMasters/slideMaster1.xml" Id="R12ce410ddb8040fe" /><Relationship Type="http://schemas.openxmlformats.org/officeDocument/2006/relationships/notesMaster" Target="/ppt/notesMasters/notesMaster1.xml" Id="R9b7540df0dcb41dc" /><Relationship Type="http://schemas.openxmlformats.org/officeDocument/2006/relationships/presProps" Target="/ppt/presProps.xml" Id="R5341e726d8a54b2f" /><Relationship Type="http://schemas.openxmlformats.org/officeDocument/2006/relationships/tableStyles" Target="/ppt/tableStyles.xml" Id="R711e1a0028754591" /><Relationship Type="http://schemas.openxmlformats.org/officeDocument/2006/relationships/slide" Target="/ppt/slides/slide1.xml" Id="Rfead29a459c944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a4f59749594d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d17702f9ef424e" /><Relationship Type="http://schemas.openxmlformats.org/officeDocument/2006/relationships/notesMaster" Target="/ppt/notesMasters/notesMaster1.xml" Id="R567456ea51484e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SDLC 7 ขั้นตาม Pop del.pdf หน้า 24-25 เชื่อมกับกิจกรรมวิจัยจากหน้า 59-65 และ 102-104 ไม่ระบุว่าขั้นใดดำเนินการเสร็จแล้ว หากไม่มีข้อมูลสถานะยืนยัน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9c4d09ad743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ea1e19d17b498a" /><Relationship Type="http://schemas.openxmlformats.org/officeDocument/2006/relationships/slideLayout" Target="/ppt/slideLayouts/slideLayout1.xml" Id="Rcd67306e3af84c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67306e3af84c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af72b736140f0" /><Relationship Type="http://schemas.openxmlformats.org/officeDocument/2006/relationships/notesSlide" Target="/ppt/notesSlides/notesSlide1.xml" Id="R646a8cd6f6374c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E995C3-7358-4753-858C-75A23675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57175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81485-8CBD-4688-8ED4-6E040A95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ขั้นตอนดำเนินงานตาม SDLC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09133-8334-41E2-943A-F7102AD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7 ขั้นตอนเพื่อพัฒนาระบบวินัยและติดตามพฤติกรรมนักเรียน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513C2-02A4-47EC-BB84-B49FEF95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7049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81753-7A37-42E3-8373-39FD6A45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028825"/>
            <a:ext cx="3657600" cy="3657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C8A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A4614-2C8F-40F2-B83D-A155E23C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B6E43-BFF6-4F7B-8E64-B62563E6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18192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E7C5A-1C16-4E4E-8F01-4ECCF035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24860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ปัญหา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486FA-0E55-4A54-9084-9E739804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42857">
            <a:off x="3574787" y="214325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2A7A6-C345-4C9F-A16A-12A48781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88" y="246021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88B13-A664-414F-A959-66A65AEE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88" y="250783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B9F65-ED24-4D8F-8399-BC1C4B5E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2102" y="2923549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ความเป็นไปได้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6263E-9CF0-44F3-BC5D-A810C3EF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28571">
            <a:off x="4564248" y="3384004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58421-8F8A-4F3F-9350-40CC5EB0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223" y="4007396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7E812-4933-4E48-B4DE-63DBC5E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223" y="4055021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79411-F255-43D5-86F9-F40269A6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6490" y="390665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7A056-54A4-4E23-891C-0E2A17A8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114286">
            <a:off x="4211113" y="493118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ACE5B-4197-4140-90B4-EE1EE5F5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2" y="524814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DF888-6E55-4478-846E-3A3ED34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2" y="529576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355EE-32DE-43F5-8956-4A7223F2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7770" y="4695046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ออกแบบ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24AB7-39FF-42EE-BFCF-5B478491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781300" y="56197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05E2F-2DC2-43E6-BE14-0A9446A6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788" y="524814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E5C1E-63F3-423A-9AF2-73E945AA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788" y="529576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B186DB-7BE1-42B6-A3FF-1300C5DC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80" y="4695046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พัฒนา</a:t>
            </a:r>
          </a:p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และทดสอบ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8ED128-6975-4A09-8D10-98CCCA06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85714">
            <a:off x="1351487" y="493118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EC10B-F4D2-422F-9AEE-F3F55857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27" y="4007396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8A45F-579A-4660-996F-577D1795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27" y="4055021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932E5B-47DB-489A-AE63-31659BE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660" y="390665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ติดตั้ง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E30652-381F-4217-A2E2-F1FE1864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371429">
            <a:off x="998352" y="3384004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9C960F-9D15-476E-8FFC-5343CA5B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462" y="246021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34F657-75A5-4425-988F-4D358D5E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462" y="250783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15DFA7-74CB-4DFE-97DC-729022AB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48" y="2923549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บำรุงรักษา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E93E81-F73E-4E5A-A5EC-C829C75E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457143">
            <a:off x="1987813" y="214325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C0A831-8AF9-4E51-93CB-B5719188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33623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143F38"/>
                </a:solidFill>
                <a:latin typeface="Arial"/>
                <a:ea typeface="Arial"/>
                <a:cs typeface="Arial"/>
              </a:rPr>
              <a:t>SDLC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092704-0FCD-4AFC-949C-41A810BB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0290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ระบบวินัยนักเรียน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6749E3-17F3-4A83-B213-CBE4245F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8864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พัฒนาและปรับปรุงอย่างต่อเนื่อง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A74E7D-1B85-4C49-B7D3-C0B7255E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1952625"/>
            <a:ext cx="0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DB9410-632A-4878-8806-475BAE37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19240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38F0CB-CE18-45B8-B0CE-A1D1137D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9145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ค้นหาปัญหา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9916EB-E2A6-432B-9F9E-CA69B8B7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2193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วิเคราะห์การบันทึกกระดาษและติดตามพฤติกรรม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946148-CECC-4296-8B8B-BB8C5B91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25146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4FF366-79C1-4862-9677-4975ECEE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5050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ศึกษาความเป็นไปได้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35BD8C-91DF-4664-A73C-669E8EE4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8098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พิจารณาเครื่องมือ บุคลากร งบประมาณ และเวลา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9590E2-AF04-4F6D-9E00-69A8A87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1051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B8B44F-994B-4CBA-B0D4-8296054F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0956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วิเคราะห์ระบบ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589341-BE49-4673-B5CB-AE814894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4004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สัมภาษณ์ผู้ใช้ • กำหนดงานและสิทธิ์ 5 บทบาท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897197-D35F-4CF8-BA61-26069C94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6957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09A7AC-2967-484C-BF11-082F778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6861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ออกแบบระบบ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BCC5D8-F852-48B0-AEF7-ACB9E908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9909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DFD • ER Diagram • ฐานข้อมูล • หน้าจอ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023CCD-999B-4514-AA10-6ACCD10B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2862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1F42E8-D9D0-4370-9778-D3E95DDB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2767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พัฒนาและทดสอบ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B020ED-9508-4A94-9394-752D5154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5815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PHP/MySQL • ทดสอบคะแนน สิทธิ์ และอุทธรณ์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F32342-F64C-4D71-B187-CC79EBE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8768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2A687D-4BBC-4C63-BDC2-6053F990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8672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ติดตั้งระบบ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0E8C32-FCFB-4B3F-AFA6-84C2F83D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1720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ทดลองใช้ด้วย XAMPP และแม่ข่ายมหาวิทยาลัย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565AF4-1673-4DA6-8A4F-050CADCB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54673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3F41D8-0F23-42DD-92A3-72E42AE8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4578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บำรุงรักษาระบบ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A60F89-5E5C-498C-AE4E-30871A30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7626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ใช้ผลประเมินและข้อเสนอแนะปรับปรุงระบบ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4E3CE7-AC8A-42A3-BEBA-0CA13B12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501B02-77E4-4549-8613-F951D73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24-25, 59-65, 102-104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AE19C9-27D0-418C-9259-82D67C56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64103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570134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2026-10-03T22:29:48.6320000Z</dcterms:created>
  <dcterms:modified xsi:type="dcterms:W3CDTF">2026-10-03T22:29:48.6320000Z</dcterms:modified>
</coreProperties>
</file>