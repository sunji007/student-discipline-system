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999262d96a459c" /><Relationship Type="http://schemas.openxmlformats.org/officeDocument/2006/relationships/extended-properties" Target="/docProps/app.xml" Id="R76a292d6a1ff4a24" /><Relationship Type="http://schemas.openxmlformats.org/officeDocument/2006/relationships/officeDocument" Target="/ppt/presentation.xml" Id="R66f6e174dabf41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b646669ad44a51"/>
  </p:sldMasterIdLst>
  <p:notesMasterIdLst>
    <p:notesMasterId xmlns:r="http://schemas.openxmlformats.org/officeDocument/2006/relationships" r:id="R3c53863bc2d74a2f"/>
  </p:notesMasterIdLst>
  <p:sldIdLst>
    <p:sldId xmlns:r="http://schemas.openxmlformats.org/officeDocument/2006/relationships" id="256" r:id="Rad75587011de49f6"/>
    <p:sldId xmlns:r="http://schemas.openxmlformats.org/officeDocument/2006/relationships" id="257" r:id="R0a8924e3470440c9"/>
    <p:sldId xmlns:r="http://schemas.openxmlformats.org/officeDocument/2006/relationships" id="258" r:id="R5a6b930433304ab3"/>
    <p:sldId xmlns:r="http://schemas.openxmlformats.org/officeDocument/2006/relationships" id="259" r:id="R9815e710a84e4c56"/>
    <p:sldId xmlns:r="http://schemas.openxmlformats.org/officeDocument/2006/relationships" id="260" r:id="R1418622dc7ac4b54"/>
    <p:sldId xmlns:r="http://schemas.openxmlformats.org/officeDocument/2006/relationships" id="261" r:id="Rf8d1fa5bf8ff40ba"/>
    <p:sldId xmlns:r="http://schemas.openxmlformats.org/officeDocument/2006/relationships" id="262" r:id="R6ec98e5b773b4e36"/>
    <p:sldId xmlns:r="http://schemas.openxmlformats.org/officeDocument/2006/relationships" id="263" r:id="Rb498b1a445b94dcb"/>
    <p:sldId xmlns:r="http://schemas.openxmlformats.org/officeDocument/2006/relationships" id="264" r:id="Ra66d4e71084e4635"/>
    <p:sldId xmlns:r="http://schemas.openxmlformats.org/officeDocument/2006/relationships" id="265" r:id="Rf745a19b86974d4d"/>
    <p:sldId xmlns:r="http://schemas.openxmlformats.org/officeDocument/2006/relationships" id="266" r:id="R46e8c4137a044037"/>
    <p:sldId xmlns:r="http://schemas.openxmlformats.org/officeDocument/2006/relationships" id="267" r:id="Rd7ca2c8038084241"/>
    <p:sldId xmlns:r="http://schemas.openxmlformats.org/officeDocument/2006/relationships" id="268" r:id="R57496da85e574269"/>
    <p:sldId xmlns:r="http://schemas.openxmlformats.org/officeDocument/2006/relationships" id="269" r:id="R60c83d90a3544e79"/>
    <p:sldId xmlns:r="http://schemas.openxmlformats.org/officeDocument/2006/relationships" id="270" r:id="Rd215d626276047d8"/>
    <p:sldId xmlns:r="http://schemas.openxmlformats.org/officeDocument/2006/relationships" id="271" r:id="Rc5a0dd1ab8c84889"/>
    <p:sldId xmlns:r="http://schemas.openxmlformats.org/officeDocument/2006/relationships" id="272" r:id="R8954bd4c525a43d5"/>
    <p:sldId xmlns:r="http://schemas.openxmlformats.org/officeDocument/2006/relationships" id="273" r:id="R1c159d9823da45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363b984a104933" /><Relationship Type="http://schemas.openxmlformats.org/officeDocument/2006/relationships/slideMaster" Target="/ppt/slideMasters/slideMaster1.xml" Id="Rd9b646669ad44a51" /><Relationship Type="http://schemas.openxmlformats.org/officeDocument/2006/relationships/notesMaster" Target="/ppt/notesMasters/notesMaster1.xml" Id="R3c53863bc2d74a2f" /><Relationship Type="http://schemas.openxmlformats.org/officeDocument/2006/relationships/presProps" Target="/ppt/presProps.xml" Id="R0c45e83eac514321" /><Relationship Type="http://schemas.openxmlformats.org/officeDocument/2006/relationships/tableStyles" Target="/ppt/tableStyles.xml" Id="R583b5fae437d4894" /><Relationship Type="http://schemas.openxmlformats.org/officeDocument/2006/relationships/slide" Target="/ppt/slides/slide1.xml" Id="Rad75587011de49f6" /><Relationship Type="http://schemas.openxmlformats.org/officeDocument/2006/relationships/slide" Target="/ppt/slides/slide2.xml" Id="R0a8924e3470440c9" /><Relationship Type="http://schemas.openxmlformats.org/officeDocument/2006/relationships/slide" Target="/ppt/slides/slide3.xml" Id="R5a6b930433304ab3" /><Relationship Type="http://schemas.openxmlformats.org/officeDocument/2006/relationships/slide" Target="/ppt/slides/slide4.xml" Id="R9815e710a84e4c56" /><Relationship Type="http://schemas.openxmlformats.org/officeDocument/2006/relationships/slide" Target="/ppt/slides/slide5.xml" Id="R1418622dc7ac4b54" /><Relationship Type="http://schemas.openxmlformats.org/officeDocument/2006/relationships/slide" Target="/ppt/slides/slide6.xml" Id="Rf8d1fa5bf8ff40ba" /><Relationship Type="http://schemas.openxmlformats.org/officeDocument/2006/relationships/slide" Target="/ppt/slides/slide7.xml" Id="R6ec98e5b773b4e36" /><Relationship Type="http://schemas.openxmlformats.org/officeDocument/2006/relationships/slide" Target="/ppt/slides/slide8.xml" Id="Rb498b1a445b94dcb" /><Relationship Type="http://schemas.openxmlformats.org/officeDocument/2006/relationships/slide" Target="/ppt/slides/slide9.xml" Id="Ra66d4e71084e4635" /><Relationship Type="http://schemas.openxmlformats.org/officeDocument/2006/relationships/slide" Target="/ppt/slides/slide10.xml" Id="Rf745a19b86974d4d" /><Relationship Type="http://schemas.openxmlformats.org/officeDocument/2006/relationships/slide" Target="/ppt/slides/slide11.xml" Id="R46e8c4137a044037" /><Relationship Type="http://schemas.openxmlformats.org/officeDocument/2006/relationships/slide" Target="/ppt/slides/slide12.xml" Id="Rd7ca2c8038084241" /><Relationship Type="http://schemas.openxmlformats.org/officeDocument/2006/relationships/slide" Target="/ppt/slides/slide13.xml" Id="R57496da85e574269" /><Relationship Type="http://schemas.openxmlformats.org/officeDocument/2006/relationships/slide" Target="/ppt/slides/slide14.xml" Id="R60c83d90a3544e79" /><Relationship Type="http://schemas.openxmlformats.org/officeDocument/2006/relationships/slide" Target="/ppt/slides/slide15.xml" Id="Rd215d626276047d8" /><Relationship Type="http://schemas.openxmlformats.org/officeDocument/2006/relationships/slide" Target="/ppt/slides/slide16.xml" Id="Rc5a0dd1ab8c84889" /><Relationship Type="http://schemas.openxmlformats.org/officeDocument/2006/relationships/slide" Target="/ppt/slides/slide17.xml" Id="R8954bd4c525a43d5" /><Relationship Type="http://schemas.openxmlformats.org/officeDocument/2006/relationships/slide" Target="/ppt/slides/slide18.xml" Id="R1c159d9823da45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b49d6969ae45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9989a3cb7a4732" /><Relationship Type="http://schemas.openxmlformats.org/officeDocument/2006/relationships/notesMaster" Target="/ppt/notesMasters/notesMaster1.xml" Id="Rf2d156c90c834e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785b86192a4b31" /><Relationship Type="http://schemas.openxmlformats.org/officeDocument/2006/relationships/notesMaster" Target="/ppt/notesMasters/notesMaster1.xml" Id="Rff41e46f0eee4a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628dc1d2ea49c1" /><Relationship Type="http://schemas.openxmlformats.org/officeDocument/2006/relationships/notesMaster" Target="/ppt/notesMasters/notesMaster1.xml" Id="R2b888cd72b574a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5a5daa26404d00" /><Relationship Type="http://schemas.openxmlformats.org/officeDocument/2006/relationships/notesMaster" Target="/ppt/notesMasters/notesMaster1.xml" Id="R4cfee85779bb4e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5a364d23674d2a" /><Relationship Type="http://schemas.openxmlformats.org/officeDocument/2006/relationships/notesMaster" Target="/ppt/notesMasters/notesMaster1.xml" Id="R544afcb3fd1545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3a9695c4a0448c" /><Relationship Type="http://schemas.openxmlformats.org/officeDocument/2006/relationships/notesMaster" Target="/ppt/notesMasters/notesMaster1.xml" Id="R169ab51d0f1140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53b278f6684d61" /><Relationship Type="http://schemas.openxmlformats.org/officeDocument/2006/relationships/notesMaster" Target="/ppt/notesMasters/notesMaster1.xml" Id="R5d8cff5576a743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3a9dfe0d434f63" /><Relationship Type="http://schemas.openxmlformats.org/officeDocument/2006/relationships/notesMaster" Target="/ppt/notesMasters/notesMaster1.xml" Id="R4de2800e55cf48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b4c257a77c4d7b" /><Relationship Type="http://schemas.openxmlformats.org/officeDocument/2006/relationships/notesMaster" Target="/ppt/notesMasters/notesMaster1.xml" Id="R55f89a06bd2b40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e474eda0f246be" /><Relationship Type="http://schemas.openxmlformats.org/officeDocument/2006/relationships/notesMaster" Target="/ppt/notesMasters/notesMaster1.xml" Id="Rf37919745ff045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3ee770d3be45eb" /><Relationship Type="http://schemas.openxmlformats.org/officeDocument/2006/relationships/notesMaster" Target="/ppt/notesMasters/notesMaster1.xml" Id="Rb0a43d5bbd4046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6d09aabbb645b2" /><Relationship Type="http://schemas.openxmlformats.org/officeDocument/2006/relationships/notesMaster" Target="/ppt/notesMasters/notesMaster1.xml" Id="R9ebb924d669b41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416ff61f2d4d0b" /><Relationship Type="http://schemas.openxmlformats.org/officeDocument/2006/relationships/notesMaster" Target="/ppt/notesMasters/notesMaster1.xml" Id="Re7dbb481fad947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63c5e1ba914b17" /><Relationship Type="http://schemas.openxmlformats.org/officeDocument/2006/relationships/notesMaster" Target="/ppt/notesMasters/notesMaster1.xml" Id="R76b01d837ca848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ef82a763c14844" /><Relationship Type="http://schemas.openxmlformats.org/officeDocument/2006/relationships/notesMaster" Target="/ppt/notesMasters/notesMaster1.xml" Id="R05b9ba2ca9814a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75de974c404437" /><Relationship Type="http://schemas.openxmlformats.org/officeDocument/2006/relationships/notesMaster" Target="/ppt/notesMasters/notesMaster1.xml" Id="R45ab40fe03a44e9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ba535562d70417a" /><Relationship Type="http://schemas.openxmlformats.org/officeDocument/2006/relationships/notesMaster" Target="/ppt/notesMasters/notesMaster1.xml" Id="Ref10c8466e63434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cb54d2827a444d" /><Relationship Type="http://schemas.openxmlformats.org/officeDocument/2006/relationships/notesMaster" Target="/ppt/notesMasters/notesMaster1.xml" Id="Rcdbc87a695bc41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โครงงานทางเทคโนโลยีสารสนเทศ 2 | มหาวิทยาลัยราชภัฏยะลา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ผู้วิจัย: PDF หน้า 205-206 | รูปที่ปรึกษา: YRU Profile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16-17, 59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แผนภาพประกอบโครงงานระบบวินัยนักเรียน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18-19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4, 20-21 | โลโก้: ไฟล์ต้นฉบับในโครงงาน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SDLC 7 ขั้นตาม Pop del.pdf หน้า 24-25 เชื่อมกับกิจกรรมวิจัยจากหน้า 59-65 และ 102-104 ไม่ระบุว่าขั้นใดดำเนินการเสร็จแล้ว หากไม่มีข้อมูลสถานะยืนยัน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แผนภาพประกอบโครงงานระบบวินัยนักเรียน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144 ภาพที่ 4.16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145 ภาพที่ 4.18-4.19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148 ภาพที่ 4.24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156 ภาพที่ 4.38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152 ภาพที่ 4.33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165 ภาพที่ 4.55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58, 168-171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ที่มา: Pop del.pdf หน้า 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ตอริก ลือแมะ  /  บุสริน มูซอ | สาขาเทคโนโลยีสารสนเทศ มหาวิทยาลัยราชภัฏยะลา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abee785d447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8553ee37b0429a" /><Relationship Type="http://schemas.openxmlformats.org/officeDocument/2006/relationships/slideLayout" Target="/ppt/slideLayouts/slideLayout1.xml" Id="R150b6468b07847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0b6468b07847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0d81b9e924042" /><Relationship Type="http://schemas.openxmlformats.org/officeDocument/2006/relationships/image" Target="/ppt/media/image.jpeg" Id="R4dd6d70a1e4349b8" /><Relationship Type="http://schemas.openxmlformats.org/officeDocument/2006/relationships/image" Target="/ppt/media/image.png" Id="R7894ace801b3484d" /><Relationship Type="http://schemas.openxmlformats.org/officeDocument/2006/relationships/image" Target="/ppt/media/image2.png" Id="R930acbc783c34c21" /><Relationship Type="http://schemas.openxmlformats.org/officeDocument/2006/relationships/notesSlide" Target="/ppt/notesSlides/notesSlide1.xml" Id="R9c04dfa0bbec4b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c00f3898e4df0" /><Relationship Type="http://schemas.openxmlformats.org/officeDocument/2006/relationships/image" Target="/ppt/media/image2.jpeg" Id="R32abf28e89ca4b18" /><Relationship Type="http://schemas.openxmlformats.org/officeDocument/2006/relationships/image" Target="/ppt/media/image3.jpeg" Id="Rbbc06277b1ab4173" /><Relationship Type="http://schemas.openxmlformats.org/officeDocument/2006/relationships/image" Target="/ppt/media/image4.jpeg" Id="R09310f8d34f04871" /><Relationship Type="http://schemas.openxmlformats.org/officeDocument/2006/relationships/image" Target="/ppt/media/image5.jpeg" Id="R7f9ff39be9a44b59" /><Relationship Type="http://schemas.openxmlformats.org/officeDocument/2006/relationships/image" Target="/ppt/media/image3.png" Id="Rab097b9109d14855" /><Relationship Type="http://schemas.openxmlformats.org/officeDocument/2006/relationships/image" Target="/ppt/media/image4.png" Id="R651940e0d89945c6" /><Relationship Type="http://schemas.openxmlformats.org/officeDocument/2006/relationships/notesSlide" Target="/ppt/notesSlides/notesSlide2.xml" Id="R30e9d7ac390042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8dd00c1914af9" /><Relationship Type="http://schemas.openxmlformats.org/officeDocument/2006/relationships/image" Target="/ppt/media/image6.jpeg" Id="Rfd94e01fc3bf40ef" /><Relationship Type="http://schemas.openxmlformats.org/officeDocument/2006/relationships/image" Target="/ppt/media/image5.png" Id="R1182f6b471634f25" /><Relationship Type="http://schemas.openxmlformats.org/officeDocument/2006/relationships/image" Target="/ppt/media/image6.png" Id="R19197b70dd9f408d" /><Relationship Type="http://schemas.openxmlformats.org/officeDocument/2006/relationships/notesSlide" Target="/ppt/notesSlides/notesSlide3.xml" Id="Rc6177210554b4b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6f94638f243ee" /><Relationship Type="http://schemas.openxmlformats.org/officeDocument/2006/relationships/image" Target="/ppt/media/image7.png" Id="Rfaecd728ab1a4c8f" /><Relationship Type="http://schemas.openxmlformats.org/officeDocument/2006/relationships/image" Target="/ppt/media/image8.png" Id="R963f5a9dc7014dc4" /><Relationship Type="http://schemas.openxmlformats.org/officeDocument/2006/relationships/image" Target="/ppt/media/image9.png" Id="R74dc9a4c10994e6e" /><Relationship Type="http://schemas.openxmlformats.org/officeDocument/2006/relationships/notesSlide" Target="/ppt/notesSlides/notesSlide4.xml" Id="R55b6a0d807544b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e07cd04bc412b" /><Relationship Type="http://schemas.openxmlformats.org/officeDocument/2006/relationships/image" Target="/ppt/media/image10.png" Id="R44ad575bd26a45a7" /><Relationship Type="http://schemas.openxmlformats.org/officeDocument/2006/relationships/image" Target="/ppt/media/image11.png" Id="R1ef6c2441edc4f1b" /><Relationship Type="http://schemas.openxmlformats.org/officeDocument/2006/relationships/notesSlide" Target="/ppt/notesSlides/notesSlide5.xml" Id="Rd9f8abacda6b42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58631ac2a4273" /><Relationship Type="http://schemas.openxmlformats.org/officeDocument/2006/relationships/image" Target="/ppt/media/image12.png" Id="R9727674fdca141b1" /><Relationship Type="http://schemas.openxmlformats.org/officeDocument/2006/relationships/image" Target="/ppt/media/image13.png" Id="R8226d0dfa77c4560" /><Relationship Type="http://schemas.openxmlformats.org/officeDocument/2006/relationships/notesSlide" Target="/ppt/notesSlides/notesSlide6.xml" Id="R87cdc55931ab43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d0a40fea64592" /><Relationship Type="http://schemas.openxmlformats.org/officeDocument/2006/relationships/image" Target="/ppt/media/image14.png" Id="Rf3911bd14d7c457e" /><Relationship Type="http://schemas.openxmlformats.org/officeDocument/2006/relationships/image" Target="/ppt/media/image15.png" Id="Rca908b629157459f" /><Relationship Type="http://schemas.openxmlformats.org/officeDocument/2006/relationships/image" Target="/ppt/media/image16.png" Id="R995244cd86cb427f" /><Relationship Type="http://schemas.openxmlformats.org/officeDocument/2006/relationships/image" Target="/ppt/media/image17.png" Id="Rf989a47ba9ad443f" /><Relationship Type="http://schemas.openxmlformats.org/officeDocument/2006/relationships/image" Target="/ppt/media/image18.png" Id="R6caadec0e7dd4939" /><Relationship Type="http://schemas.openxmlformats.org/officeDocument/2006/relationships/image" Target="/ppt/media/image19.png" Id="R7f39ee9a87b349a7" /><Relationship Type="http://schemas.openxmlformats.org/officeDocument/2006/relationships/image" Target="/ppt/media/image20.png" Id="R1a2ef52d155143ca" /><Relationship Type="http://schemas.openxmlformats.org/officeDocument/2006/relationships/image" Target="/ppt/media/image21.png" Id="R2f1fc8a0f5724538" /><Relationship Type="http://schemas.openxmlformats.org/officeDocument/2006/relationships/image" Target="/ppt/media/image22.png" Id="R12db646da45f47f0" /><Relationship Type="http://schemas.openxmlformats.org/officeDocument/2006/relationships/notesSlide" Target="/ppt/notesSlides/notesSlide7.xml" Id="Rb2016307a8af42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ceb1b562548bc" /><Relationship Type="http://schemas.openxmlformats.org/officeDocument/2006/relationships/image" Target="/ppt/media/image23.png" Id="R898ceeab4fd249d8" /><Relationship Type="http://schemas.openxmlformats.org/officeDocument/2006/relationships/image" Target="/ppt/media/image24.png" Id="Rcf23ba2e345840a5" /><Relationship Type="http://schemas.openxmlformats.org/officeDocument/2006/relationships/notesSlide" Target="/ppt/notesSlides/notesSlide8.xml" Id="R55942352e3f648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b09df20104d18" /><Relationship Type="http://schemas.openxmlformats.org/officeDocument/2006/relationships/image" Target="/ppt/media/image25.png" Id="Rd921b26c2ab54861" /><Relationship Type="http://schemas.openxmlformats.org/officeDocument/2006/relationships/image" Target="/ppt/media/image26.png" Id="Rc6361f57846d448f" /><Relationship Type="http://schemas.openxmlformats.org/officeDocument/2006/relationships/image" Target="/ppt/media/image27.png" Id="R554d369919f542d1" /><Relationship Type="http://schemas.openxmlformats.org/officeDocument/2006/relationships/notesSlide" Target="/ppt/notesSlides/notesSlide9.xml" Id="R62a941e546ad4b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0a6fe5eaf4607" /><Relationship Type="http://schemas.openxmlformats.org/officeDocument/2006/relationships/image" Target="/ppt/media/image7.jpeg" Id="R7f5adf351e404ed5" /><Relationship Type="http://schemas.openxmlformats.org/officeDocument/2006/relationships/image" Target="/ppt/media/image28.png" Id="Rb962aabb643f474b" /><Relationship Type="http://schemas.openxmlformats.org/officeDocument/2006/relationships/image" Target="/ppt/media/image29.png" Id="Reb9cf654b2dc4f6a" /><Relationship Type="http://schemas.openxmlformats.org/officeDocument/2006/relationships/notesSlide" Target="/ppt/notesSlides/notesSlide10.xml" Id="Rb3c82ff2036849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8e9b8d7d84332" /><Relationship Type="http://schemas.openxmlformats.org/officeDocument/2006/relationships/image" Target="/ppt/media/image30.png" Id="Rb3dd188fbdbd4eee" /><Relationship Type="http://schemas.openxmlformats.org/officeDocument/2006/relationships/image" Target="/ppt/media/image31.png" Id="R1f8bf80c23fd45cf" /><Relationship Type="http://schemas.openxmlformats.org/officeDocument/2006/relationships/image" Target="/ppt/media/image32.png" Id="Rfd1b2c285b4c4491" /><Relationship Type="http://schemas.openxmlformats.org/officeDocument/2006/relationships/image" Target="/ppt/media/image33.png" Id="R7038844e07834f06" /><Relationship Type="http://schemas.openxmlformats.org/officeDocument/2006/relationships/notesSlide" Target="/ppt/notesSlides/notesSlide11.xml" Id="R07b64744d7724c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abdeef1134527" /><Relationship Type="http://schemas.openxmlformats.org/officeDocument/2006/relationships/image" Target="/ppt/media/image8.jpeg" Id="Rf9cb8e28bea34abe" /><Relationship Type="http://schemas.openxmlformats.org/officeDocument/2006/relationships/image" Target="/ppt/media/image34.png" Id="R75ac2cbb31124f5d" /><Relationship Type="http://schemas.openxmlformats.org/officeDocument/2006/relationships/image" Target="/ppt/media/image35.png" Id="R3fde2c31559c4237" /><Relationship Type="http://schemas.openxmlformats.org/officeDocument/2006/relationships/notesSlide" Target="/ppt/notesSlides/notesSlide12.xml" Id="Rd221e903adaa4e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41f04ed294c6f" /><Relationship Type="http://schemas.openxmlformats.org/officeDocument/2006/relationships/image" Target="/ppt/media/image36.png" Id="R14acda3d98844d87" /><Relationship Type="http://schemas.openxmlformats.org/officeDocument/2006/relationships/image" Target="/ppt/media/image37.png" Id="Re013467e11a84162" /><Relationship Type="http://schemas.openxmlformats.org/officeDocument/2006/relationships/image" Target="/ppt/media/image38.png" Id="R773a86d5d59f4aa1" /><Relationship Type="http://schemas.openxmlformats.org/officeDocument/2006/relationships/notesSlide" Target="/ppt/notesSlides/notesSlide13.xml" Id="R4c601d044c7f4a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ce25d70b6437f" /><Relationship Type="http://schemas.openxmlformats.org/officeDocument/2006/relationships/image" Target="/ppt/media/image39.png" Id="R39d1929bea1949c0" /><Relationship Type="http://schemas.openxmlformats.org/officeDocument/2006/relationships/image" Target="/ppt/media/image40.png" Id="R982dc07a531744de" /><Relationship Type="http://schemas.openxmlformats.org/officeDocument/2006/relationships/image" Target="/ppt/media/image41.png" Id="Rbdd51e7cb64e447c" /><Relationship Type="http://schemas.openxmlformats.org/officeDocument/2006/relationships/notesSlide" Target="/ppt/notesSlides/notesSlide14.xml" Id="R288bc3c71bc84b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5643815784b1c" /><Relationship Type="http://schemas.openxmlformats.org/officeDocument/2006/relationships/image" Target="/ppt/media/image9.jpeg" Id="Ra5e0dc240d7d4762" /><Relationship Type="http://schemas.openxmlformats.org/officeDocument/2006/relationships/image" Target="/ppt/media/image42.png" Id="R5f6cf5c3ad9d4648" /><Relationship Type="http://schemas.openxmlformats.org/officeDocument/2006/relationships/image" Target="/ppt/media/image43.png" Id="R12afbcb3a203487e" /><Relationship Type="http://schemas.openxmlformats.org/officeDocument/2006/relationships/notesSlide" Target="/ppt/notesSlides/notesSlide15.xml" Id="Rd2e12c40af5d44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ce0594df2414e" /><Relationship Type="http://schemas.openxmlformats.org/officeDocument/2006/relationships/image" Target="/ppt/media/image44.png" Id="R3066c9cd2054492f" /><Relationship Type="http://schemas.openxmlformats.org/officeDocument/2006/relationships/image" Target="/ppt/media/image45.png" Id="R797c011b0ba549a1" /><Relationship Type="http://schemas.openxmlformats.org/officeDocument/2006/relationships/notesSlide" Target="/ppt/notesSlides/notesSlide16.xml" Id="Rd43d676d069e4c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bde2ce74543e7" /><Relationship Type="http://schemas.openxmlformats.org/officeDocument/2006/relationships/image" Target="/ppt/media/image46.png" Id="Rd0f5b83dbe5d4fa3" /><Relationship Type="http://schemas.openxmlformats.org/officeDocument/2006/relationships/image" Target="/ppt/media/image47.png" Id="Re177b23210af404e" /><Relationship Type="http://schemas.openxmlformats.org/officeDocument/2006/relationships/notesSlide" Target="/ppt/notesSlides/notesSlide17.xml" Id="R8d6c1baee1e244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26ade38814afd" /><Relationship Type="http://schemas.openxmlformats.org/officeDocument/2006/relationships/image" Target="/ppt/media/image48.png" Id="Rb4ffaaad01cf4757" /><Relationship Type="http://schemas.openxmlformats.org/officeDocument/2006/relationships/image" Target="/ppt/media/image49.png" Id="Rea20d30dc003417e" /><Relationship Type="http://schemas.openxmlformats.org/officeDocument/2006/relationships/notesSlide" Target="/ppt/notesSlides/notesSlide18.xml" Id="R1fe4dc4c435b4a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5E516-6ECC-48FF-A4F0-6646F1E0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B5E64-4DE7-49E6-A8FC-6539D4A7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B8BA8-2D78-4C32-8CAB-D34773F6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33813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โครงงานทางเทคโนโลยีสารสนเทศ 2 | มหาวิทยาลัยราชภัฏยะลา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06B48-8E79-4818-9218-1A106104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 / 18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6d70a1e4349b8"/>
          <a:srcRect xmlns:a="http://schemas.openxmlformats.org/drawingml/2006/main" l="23808" t="0" r="238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7650" y="0"/>
            <a:ext cx="4324350" cy="619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A8B0A-101B-442B-AE6D-11AD5DD3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86765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C58B9-A788-42C0-B6E8-28EBC846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704975"/>
            <a:ext cx="3514725" cy="723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ระบบสารสนเทศ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C5518-B086-41CA-AFA6-3D779E3D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419350"/>
            <a:ext cx="4067175" cy="723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การบริหารงานวินัย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F59DA-3539-480C-8905-6F1B5138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133725"/>
            <a:ext cx="6324600" cy="723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และติดตามพฤติกรรมนักเรียน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B5BE1-5FD9-4A26-B194-11D597E3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105275"/>
            <a:ext cx="419100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กรณีศึกษา: โรงเรียนศิริราษฎร์สามัคคี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BB58B-7B88-417A-BE56-5A7DE814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533900"/>
            <a:ext cx="172402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จังหวัดปัตตานี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41A45-CC88-44E3-995C-0829A060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2482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D9C5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CF677-0233-4BFC-96A8-FF4B3759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486400"/>
            <a:ext cx="2771775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ตอริก ลือแมะ / บุสริน มูซอ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4ace801b3484d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acbc783c34c21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43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68E01E-84E9-4DF2-B060-E0D54D8D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D682E-2F4F-4332-A7AD-53641B8E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6575" y="285750"/>
            <a:ext cx="9620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คณะผู้จัดทำ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4C943-01AF-4393-8101-8DAD9C0A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484822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ผู้วิจัยและอาจารย์ที่ปรึกษา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5A216-64CA-4E0D-8755-9E92E56B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D0D12-0466-40E3-A014-76033AB6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8956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ผู้วิจัย: PDF หน้า 205-206 | รูปที่ปรึกษา: YRU 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9A5C5-2DA8-42D5-B732-522E647D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967B4-5272-476F-9984-07E7E8C2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428750"/>
            <a:ext cx="723900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ผู้วิจัย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ECBB8-5593-46A7-82C3-DC466A53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1428750"/>
            <a:ext cx="1781175" cy="33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อาจารย์ที่ปรึกษา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bf28e89ca4b18"/>
          <a:srcRect xmlns:a="http://schemas.openxmlformats.org/drawingml/2006/main" l="0" t="1858" r="0" b="1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76425"/>
            <a:ext cx="2409825" cy="2971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A94B2-453A-40CF-BE86-D25D2F4A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048250"/>
            <a:ext cx="1933575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นายตอริก ลือแมะ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D0548-59D1-489D-9A63-0269BC68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476875"/>
            <a:ext cx="1114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406665012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06277b1ab4173"/>
          <a:srcRect xmlns:a="http://schemas.openxmlformats.org/drawingml/2006/main" l="0" t="1926" r="0" b="19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62325" y="1876425"/>
            <a:ext cx="2409825" cy="2971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25322-B37E-4DA0-95F1-1E949B9F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5048250"/>
            <a:ext cx="17145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นายบุสริน มูซอ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BF584-A694-4A7C-A93A-EAB2E865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5476875"/>
            <a:ext cx="1114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406665027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10f8d34f04871"/>
          <a:srcRect xmlns:a="http://schemas.openxmlformats.org/drawingml/2006/main" l="9455" t="0" r="9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876425"/>
            <a:ext cx="2409825" cy="2971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1D513-6B19-4B3D-83A2-BC6C2EE4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5048250"/>
            <a:ext cx="2124075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อ.แพรวศรี เดิมราช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9D685C-35B2-4487-9C5E-2A25CE16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5476875"/>
            <a:ext cx="1476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อาจารย์ที่ปรึกษา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ff39be9a44b59"/>
          <a:srcRect xmlns:a="http://schemas.openxmlformats.org/drawingml/2006/main" l="0" t="1118" r="0" b="11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48775" y="1876425"/>
            <a:ext cx="2409825" cy="29718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7D006-35F9-42C3-9C5F-31E03880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5048250"/>
            <a:ext cx="173355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อ.รุสนี กาแมแล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4BFFA-4AFD-4E4B-9B94-E994C78D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5476875"/>
            <a:ext cx="1476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อาจารย์ที่ปรึกษา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6E553-5A13-48FF-A84A-20DC2B9F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475" y="1762125"/>
            <a:ext cx="0" cy="404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97b9109d14855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940e0d89945c6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0567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8DF5A7-AC1B-4C26-A32A-3BE81CEE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34C78-7ABB-450F-B150-B1C2E467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6625" y="285750"/>
            <a:ext cx="56197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บทนำ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969F5-8E77-42F6-93AA-6136C7EA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415290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ความเป็นมาและปัญหา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C2178-412B-41DB-9C46-4DB95E0C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66070-162C-45CC-965A-A9328772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190500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16-17, 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25A25-F2F9-445F-9EB3-75798EE8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 / 18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4e01fc3bf40ef"/>
          <a:srcRect xmlns:a="http://schemas.openxmlformats.org/drawingml/2006/main" l="3767" t="0" r="37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19250"/>
            <a:ext cx="5143500" cy="4171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60D3F-C504-4566-BA19-165FFAEB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176212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A665D-50CF-44E1-A8F7-9F1B559B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1762125"/>
            <a:ext cx="2867025" cy="4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ข้อมูลกระจัดกระจาย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33004-EB97-4543-B8B0-3F56A346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2295525"/>
            <a:ext cx="2105025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จดบันทึกลงกระดาษ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ABA0B-81E9-4121-A777-9A8C18E5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313372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D42D8-33AF-4F00-BB87-6F4641DD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3133725"/>
            <a:ext cx="3152775" cy="4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สืบค้นและสรุปผลล่าช้า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B27C2-E89D-46E7-8C3B-A9C0AA5F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3667125"/>
            <a:ext cx="2867025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รวบรวมข้อมูลจากหลายแฟ้ม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C2BB7-DFB0-471A-9F33-E18869B2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450532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9352C-247F-48F0-8D36-5006A5E1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4505325"/>
            <a:ext cx="3648075" cy="4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ติดตามกิจกรรมได้ไม่ทั่วถึง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EAC6D-2051-4977-9717-2244CB26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5038725"/>
            <a:ext cx="27813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ขาดหลักฐานที่ตรวจสอบได้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2f6b471634f25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97b70dd9f408d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23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779AE-DC64-42D9-B766-EAB8677E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F92C5-E6F4-44D7-86F9-FACC73E8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285750"/>
            <a:ext cx="11430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วิเคราะห์ปัญหา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0A7DB-794E-4F19-B220-199C5AE6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296227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แผนผังก้างปลา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F34F5-FA97-4706-9678-3B6AF9CC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6AFE6-FEC2-46B4-880A-57EC4999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6574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แผนภาพประกอบโครงงานระบบวินัยนักเรียน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3E201-ECB6-4E2E-A5F1-7CC94C87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04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4AC33-6FBF-4CDD-9F05-4EBA4648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1676400"/>
            <a:ext cx="11430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cd728ab1a4c8f"/>
          <a:stretch xmlns:a="http://schemas.openxmlformats.org/drawingml/2006/main"/>
        </p:blipFill>
        <p:spPr>
          <a:xfrm xmlns:a="http://schemas.openxmlformats.org/drawingml/2006/main">
            <a:off x="846351" y="1828800"/>
            <a:ext cx="10499298" cy="40957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f5a9dc7014dc4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c9a4c10994e6e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022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44888-3139-4261-ACE6-BA235998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995AA-6D41-4008-8890-7184388C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1850" y="285750"/>
            <a:ext cx="66675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การวิจัย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AE04F-058F-4F9B-A4FB-23A8DBF4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236220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วัตถุประสงค์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446CB-8B74-480F-8150-EEF4DC2A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DB69A-626E-460B-8E4A-73556B9D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15144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AC3C5-0517-4674-A5BD-E55B871D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F793F-CE7B-4016-B679-1D48777D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819275"/>
            <a:ext cx="819150" cy="915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D852A-7F6F-427E-8E3B-E7046C18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1847850"/>
            <a:ext cx="549592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วิเคราะห์ ออกแบบ และพัฒนาระบบ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BED26-F480-43D2-A618-57A44AF0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2457450"/>
            <a:ext cx="47434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บริหารงานวินัยและติดตามพฤติกรรมนักเรียน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4C362-50B8-4CA0-A6D9-823F896D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2952750"/>
            <a:ext cx="9210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82B1A-9D5F-4996-9530-FD79AC6E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190875"/>
            <a:ext cx="819150" cy="915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47E51-7A32-4D7B-8545-AA5386F5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3219450"/>
            <a:ext cx="342900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ประเมินคุณภาพระบบ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4A82A-48D6-4C5B-AB3F-9E95A9E3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829050"/>
            <a:ext cx="179070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โดยผู้เชี่ยวชาญ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6E9EE-C489-43D8-B334-7FF35C40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4324350"/>
            <a:ext cx="9210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759CF-C5E8-43DD-BFE9-E126CD07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562475"/>
            <a:ext cx="819150" cy="915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36BA9-E0E2-4AD7-8E3F-D26114EF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4591050"/>
            <a:ext cx="34861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ประเมินความพึงพอใจ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EA0D9-538A-431E-B073-15E1B77B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5200650"/>
            <a:ext cx="20097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ของผู้ใช้งานระบบ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d575bd26a45a7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6c2441edc4f1b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49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E01D79-0EDA-4E37-BB76-6CB7727E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59929-788C-40D5-A6CB-61EAF628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39450" y="285750"/>
            <a:ext cx="81915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5 บทบาท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122CB-73C9-4AB8-8C87-AB38CEE0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315277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ขอบเขตผู้ใช้งาน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4A82F-8895-491B-A93D-53DA26B8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557CC-596F-4CB1-8EEC-7F912467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16954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18-19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2DEAA-7146-4356-93EF-F88AAF88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06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BE216-3F70-4CB2-A0F4-A1E7AC2B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59067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7F248-774A-4E38-9B05-A96584C9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1609725"/>
            <a:ext cx="16097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ผู้ดูแลระบบ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77671-7554-4CBE-82DC-6D50760B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1657350"/>
            <a:ext cx="1647825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ข้อมูลและสิทธิ์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98A8F-7560-41E8-96EB-806DDFB0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2238375"/>
            <a:ext cx="916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1CF9D-E759-41AD-9BC2-6C023737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438400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9F9F1-4B15-4E20-A2E1-63955179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2457450"/>
            <a:ext cx="17907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ฝ่ายปกครอง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5DBC4-4E28-4AF6-8BB3-F981467A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2505075"/>
            <a:ext cx="23241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พฤติกรรมและรายงาน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7D243-FEBE-4894-87C8-5EE7832D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3086100"/>
            <a:ext cx="916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53BF5-B37B-4BDF-AEE0-BA3188CA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28612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AB0CE-5399-4EE7-85FB-80123A1E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3305175"/>
            <a:ext cx="173355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ครูประจำชั้น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3F461-E576-499B-94E6-99331F2B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3352800"/>
            <a:ext cx="18859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เช็กชื่อและบันทึก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0AD7F-56C0-485B-87D3-8CE496C4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3933825"/>
            <a:ext cx="916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09BA0-A681-409E-8402-152578D7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133850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DC6956-CDB1-45E8-8AAD-685B6F8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4152900"/>
            <a:ext cx="11811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นักเรียน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AF477-806E-445B-A651-23627C33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4200525"/>
            <a:ext cx="20002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ประวัติและอุทธรณ์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1CD46A-0C26-459A-A409-0FB5D962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4781550"/>
            <a:ext cx="916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D5DB33-8755-40AB-A06E-03130DAB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981575"/>
            <a:ext cx="5524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F725C0-6F43-4DA2-9A41-08D5A319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5000625"/>
            <a:ext cx="14478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ผู้ปกครอง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B850A5-BB1B-4B7D-A537-6C1B59B8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5048250"/>
            <a:ext cx="1905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ติดตามบุตรหลาน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7674fdca141b1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6d0dfa77c4560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0432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99EB79-0E8D-41D6-84F3-BAFDDFEF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26097-80EA-4EA8-BD68-0A67422C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2225" y="285750"/>
            <a:ext cx="147637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ซอฟต์แวร์และภาษา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5997B-1F68-4D16-BD10-FFE83D3F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378142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เครื่องมือที่ใช้พัฒนา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C7399-0EFE-4D2A-9D03-F49754B7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E403A-69E4-4658-86E1-D51C04C3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34956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4, 20-21 | โลโก้: ไฟล์ต้นฉบับในโครงงาน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8263C-B335-40F5-AB36-444B944D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07 / 18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11bd14d7c457e"/>
          <a:stretch xmlns:a="http://schemas.openxmlformats.org/drawingml/2006/main"/>
        </p:blipFill>
        <p:spPr>
          <a:xfrm xmlns:a="http://schemas.openxmlformats.org/drawingml/2006/main">
            <a:off x="1643063" y="1666875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3E2D5-667E-4A2E-999D-A9F01AF7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2838450"/>
            <a:ext cx="127635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VS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66902-3272-4789-9F49-0E665FE0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257550"/>
            <a:ext cx="139065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เขียนโปรแกรม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08b629157459f"/>
          <a:stretch xmlns:a="http://schemas.openxmlformats.org/drawingml/2006/main"/>
        </p:blipFill>
        <p:spPr>
          <a:xfrm xmlns:a="http://schemas.openxmlformats.org/drawingml/2006/main">
            <a:off x="5586413" y="1666875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2F52A-5679-45DA-ADBD-981F2D27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8788" y="2838450"/>
            <a:ext cx="10953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MySQL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67C7C-E61C-4AF1-AF9E-32C096AB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6888" y="3257550"/>
            <a:ext cx="1019175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ฐานข้อมูล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244cd86cb427f"/>
          <a:stretch xmlns:a="http://schemas.openxmlformats.org/drawingml/2006/main"/>
        </p:blipFill>
        <p:spPr>
          <a:xfrm xmlns:a="http://schemas.openxmlformats.org/drawingml/2006/main">
            <a:off x="9529763" y="1666875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11131-DCE0-4240-B57F-E0DFC265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2638" y="2838450"/>
            <a:ext cx="7143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PHP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2D025-50FB-4097-B97C-69300BCC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3257550"/>
            <a:ext cx="15621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ประมวลผลระบบ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D6DED-4DAB-4B0B-90B5-D0B64E40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7909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9a47ba9ad443f"/>
          <a:stretch xmlns:a="http://schemas.openxmlformats.org/drawingml/2006/main"/>
        </p:blipFill>
        <p:spPr>
          <a:xfrm xmlns:a="http://schemas.openxmlformats.org/drawingml/2006/main">
            <a:off x="1447800" y="417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C6A53-892C-4193-8AF3-13BD310B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563" y="5295900"/>
            <a:ext cx="9048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HTML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adec0e7dd4939"/>
          <a:stretch xmlns:a="http://schemas.openxmlformats.org/drawingml/2006/main"/>
        </p:blipFill>
        <p:spPr>
          <a:xfrm xmlns:a="http://schemas.openxmlformats.org/drawingml/2006/main">
            <a:off x="4238625" y="417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06199-37FD-458A-A2BF-2A48E2B2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5295900"/>
            <a:ext cx="6667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CSS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9ee9a87b349a7"/>
          <a:stretch xmlns:a="http://schemas.openxmlformats.org/drawingml/2006/main"/>
        </p:blipFill>
        <p:spPr>
          <a:xfrm xmlns:a="http://schemas.openxmlformats.org/drawingml/2006/main">
            <a:off x="7029450" y="417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9B5D49-4A17-40ED-AE91-A00CCFDF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9413" y="5295900"/>
            <a:ext cx="15144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JavaScript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ef52d155143ca"/>
          <a:stretch xmlns:a="http://schemas.openxmlformats.org/drawingml/2006/main"/>
        </p:blipFill>
        <p:spPr>
          <a:xfrm xmlns:a="http://schemas.openxmlformats.org/drawingml/2006/main">
            <a:off x="9820275" y="41719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D502B-E403-4889-8624-27E61A68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5038" y="5295900"/>
            <a:ext cx="9048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React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fc8a0f5724538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b646da45f47f0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193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4BD1A45-B39D-48A2-A8CB-4A33C481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7EACD-08C1-4BA7-91CB-E43E6F9D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ขั้นตอนดำเนินงานตาม SDLC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1EC1E-A9F9-451F-B78C-07381111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295400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7 ขั้นตอนเพื่อพัฒนาระบบวินัยและติดตามพฤติกรรมนักเรียน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39961-8535-41CF-8D9E-BEDAF6F3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7049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1785F-A611-4E35-A1D0-934889A0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2028825"/>
            <a:ext cx="3657600" cy="3657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C8A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E8CF4-3271-425E-9AF7-1201845F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1275" y="1771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6F0CD-642D-43E1-ADB8-A7BD11E0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1275" y="18192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9E957-88A8-4FA3-BA9E-171F3B42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3575" y="24860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ปัญหา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254FD-9272-486A-B18A-F2E63D9A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42857">
            <a:off x="3574787" y="214325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8E073-40FE-4432-A45F-14A3B3FA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1088" y="246021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E23AF-3AB9-4D3A-8F01-26E04F27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1088" y="250783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0C6C7-01B1-48A8-B517-23926712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2102" y="2923549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ความเป็นไปได้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92621-F712-4B5B-A037-EDE4DCE8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28571">
            <a:off x="4564248" y="3384004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7BF6D-AC8F-4927-AFBB-5A0CCC57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223" y="4007396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A76B8-C168-48EA-B513-69A16CE4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223" y="4055021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4A097-D051-4383-A75E-D7DF687E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6490" y="390665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วิเคราะห์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198493-9452-4755-93C3-24171AB1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114286">
            <a:off x="4211113" y="493118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C2CB0-EF51-4AB5-B103-A6B23A79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4762" y="524814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7C93B-02B0-4A69-9287-4F07DC0E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4762" y="529576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568DF-0BCC-4950-BA96-AC124608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7770" y="4695046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ออกแบบ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7A6E3-716E-4BCC-9BD5-343F6CB9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781300" y="5619750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14BF55-A80E-4BD3-8626-53141B91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788" y="524814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AFAD94-8425-4628-B8B6-FB5EEEF7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788" y="529576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ABAE6C-61F7-4ADF-A660-B636F403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380" y="4695046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พัฒนา</a:t>
            </a:r>
          </a:p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และทดสอบ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F94BD4-7772-4419-BF2A-2C65300D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85714">
            <a:off x="1351487" y="493118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F0AB57-0217-472C-99E6-59D2AEB9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327" y="4007396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4D8495-B7E2-4A59-B6DA-CB76A153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327" y="4055021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DDED19-0C03-4B04-84FF-966684CA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660" y="390665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ติดตั้ง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EF1AC1-B852-4C33-93E5-3D3D5E87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371429">
            <a:off x="998352" y="3384004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AE6453-5746-463E-9C93-3869AF67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462" y="2460212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F3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7B144E-AFD3-4189-A1A9-ADC639F2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462" y="2507837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8F6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8F6E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32246B-9283-4BCC-A64D-DAECB71B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048" y="2923549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บำรุงรักษา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5EEC91-B802-41F9-B8A1-42814FE3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457143">
            <a:off x="1987813" y="2143258"/>
            <a:ext cx="1143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9C5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B950E2-FF61-4BF8-85DE-4CF75896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" y="33623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0">
                <a:solidFill>
                  <a:srgbClr val="143F38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143F38"/>
                </a:solidFill>
                <a:latin typeface="Arial"/>
                <a:ea typeface="Arial"/>
                <a:cs typeface="Arial"/>
              </a:rPr>
              <a:t>SDLC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99B8DE-8817-4176-8FCD-A911D3A4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0290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ระบบวินัยนักเรียน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25F5F7-B6CF-46E1-A5DE-D583650A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8864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พัฒนาและปรับปรุงอย่างต่อเนื่อง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5B2E6D-F512-4BAB-B524-71E37E0C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1952625"/>
            <a:ext cx="0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CF0CB3-7AEB-455C-9C37-340A6907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19240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276394-CDE6-4045-93A3-3273686E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19145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ค้นหาปัญหา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58296B-F0C9-4979-85DC-9CD2FDEA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2193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วิเคราะห์การบันทึกกระดาษและติดตามพฤติกรรม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EAE6FD-3817-4D5B-929B-2F05EB2E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25146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573B94-0757-4EFF-8D12-9AAD4430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50507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ศึกษาความเป็นไปได้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CACCEA-F67D-46B7-B0FC-E7817AD1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80987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พิจารณาเครื่องมือ บุคลากร งบประมาณ และเวลา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B8401E-113A-4EFB-9875-6E2AE7AB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31051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01744D-E092-41EF-8E33-20C11D76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0956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วิเคราะห์ระบบ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E8C575-336E-4D95-8948-DFB3C39A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4004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สัมภาษณ์ผู้ใช้ • กำหนดงานและสิทธิ์ 5 บทบาท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0C8217-CEE5-4066-872C-E4421ED6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36957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56ECD3-F3D5-490D-843E-05BA8DBF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68617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ออกแบบระบบ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BBD8E5-75A4-4625-8759-E2D8F51B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99097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DFD • ER Diagram • ฐานข้อมูล • หน้าจอ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AA5E97-F064-47AB-BF20-A545C3DD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42862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19D654-215D-44AD-86F0-AA3C3BD1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2767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พัฒนาและทดสอบ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BD8F1E-B434-4211-8E91-8DE98328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5815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PHP/MySQL • ทดสอบคะแนน สิทธิ์ และอุทธรณ์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0BDB31-1E7B-4F9D-B088-FA383649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48768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D361C6-7EAA-44BA-9C4E-EC3CF0F6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86727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ติดตั้งระบบ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124A73-EC03-4F73-9C23-6D09C992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17207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ทดลองใช้ด้วย XAMPP และแม่ข่ายมหาวิทยาลัย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F1C3A4-BC28-4457-84DD-1603B91F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54673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D0AF16-7294-4604-AC09-E96D86E2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457825"/>
            <a:ext cx="5400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บำรุงรักษาระบบ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F63460-2B90-4127-8D8D-48B0B2F7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5762625"/>
            <a:ext cx="540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ใช้ผลประเมินและข้อเสนอแนะปรับปรุงระบบ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FC87E09-7E51-4AC8-87E9-06936125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259709-CBBC-4FB8-A4C9-8877C6CC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10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24-25, 59-65, 102-104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B86D397-4439-47D6-BBEA-8C0C8697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125" y="64103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08 / 18</a:t>
            </a:r>
          </a:p>
        </p:txBody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ceeab4fd249d8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3ba2e345840a5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949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0A6AF-BF3C-41BC-AA76-12E80ED7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38D35-1BBE-41F4-911D-18E2DC4F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3700" y="285750"/>
            <a:ext cx="110490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DFD LEVEL 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2963A-EBAD-4A1A-B7F9-1406359C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405765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แผนภาพกระแสข้อมูล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CD91B-7177-4943-81BD-C9293518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813B1-0F5D-4037-9120-99D8E441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6574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แผนภาพประกอบโครงงานระบบวินัยนักเรียน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9F389-0B11-4385-84C4-DE5830C0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09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0C364-5B3E-493E-B1FC-48D15469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1352550"/>
            <a:ext cx="1165860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1b26c2ab54861"/>
          <a:stretch xmlns:a="http://schemas.openxmlformats.org/drawingml/2006/main"/>
        </p:blipFill>
        <p:spPr>
          <a:xfrm xmlns:a="http://schemas.openxmlformats.org/drawingml/2006/main">
            <a:off x="1230135" y="1438275"/>
            <a:ext cx="9731730" cy="46482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61f57846d448f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d369919f542d1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431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A9612-910D-4B0D-8AAE-96CD630F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D180B-5A1E-435D-955F-91FB705E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3A2F8-442E-4DB3-9129-00E7B90A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261937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ภาพรวมระบบ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83E4E-B233-4520-BBE8-68355885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07A61-AA64-436E-91C0-1B7EF2CB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2002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144 ภาพที่ 4.16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543CB-DF39-4E88-ADDD-541DF3A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adf351e404ed5"/>
          <a:stretch xmlns:a="http://schemas.openxmlformats.org/drawingml/2006/main"/>
        </p:blipFill>
        <p:spPr>
          <a:xfrm xmlns:a="http://schemas.openxmlformats.org/drawingml/2006/main">
            <a:off x="2192286" y="1581150"/>
            <a:ext cx="7807427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AF786-4F43-4157-A2FA-FFDF1AD5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876925"/>
            <a:ext cx="3952875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ดูคะแนน พฤติกรรม และสถิติในหน้าเดียว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2aabb643f474b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cf654b2dc4f6a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9181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D59071-1820-4FE7-9EF6-0184D005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D0E20-83EB-4E16-A2BF-35727ECE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819B0-C28A-478B-A3B6-A42C4132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457200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บันทึกพฤติกรรมนักเรียน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5CAAE-1E8F-4429-882E-689105E8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725FC-C7BD-4177-82D0-95DFE028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48602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145 ภาพที่ 4.18-4.19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0BF49-8E1C-4E12-9BAC-E3365EC6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0099" y="6438900"/>
            <a:ext cx="628501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887A7-8990-436D-A915-0DDD5FE6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609725"/>
            <a:ext cx="21240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บันทึกพฤติกรรม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EAD52-B5BF-49D7-9250-51F8409E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457450"/>
            <a:ext cx="21621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ด้านบวก / ด้านลบ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F6409-5BDF-4405-B2B8-18E7D2EA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162300"/>
            <a:ext cx="236220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อ้างอิงเกณฑ์คะแนน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C2852-9281-4020-9190-252ADD05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867150"/>
            <a:ext cx="252412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แนบหลักฐานประกอบ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d188fbdbd4eee"/>
          <a:stretch xmlns:a="http://schemas.openxmlformats.org/drawingml/2006/main"/>
        </p:blipFill>
        <p:spPr>
          <a:xfrm xmlns:a="http://schemas.openxmlformats.org/drawingml/2006/main">
            <a:off x="4238625" y="1811338"/>
            <a:ext cx="3533775" cy="397827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bf80c23fd45cf"/>
          <a:stretch xmlns:a="http://schemas.openxmlformats.org/drawingml/2006/main"/>
        </p:blipFill>
        <p:spPr>
          <a:xfrm xmlns:a="http://schemas.openxmlformats.org/drawingml/2006/main">
            <a:off x="8115300" y="2117853"/>
            <a:ext cx="3543300" cy="3365245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b2c285b4c4491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8844e07834f06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7644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F20FC-2858-43FA-AC80-69EF5AC0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66423-75CB-4E04-8C6E-13DF7D26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D9E70-D0C4-4093-8466-2216CD0A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367665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พิจารณาคำอุทธรณ์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D97B3-9A42-42B5-91D0-E137269F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A22E5-603C-4088-972B-C6658EDA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2002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148 ภาพที่ 4.24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DDAFA-1359-4DBD-B4B9-582055AB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b8e28bea34abe"/>
          <a:stretch xmlns:a="http://schemas.openxmlformats.org/drawingml/2006/main"/>
        </p:blipFill>
        <p:spPr>
          <a:xfrm xmlns:a="http://schemas.openxmlformats.org/drawingml/2006/main">
            <a:off x="2203756" y="1581150"/>
            <a:ext cx="7784488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46BCA-7568-43DD-8047-07E2CA70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876925"/>
            <a:ext cx="4581525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ยื่นคำร้อง • ตรวจสอบหลักฐาน • ติดตามสถานะ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c2cbb31124f5d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e2c31559c4237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048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F8EE6-B000-49FD-B970-28160437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5EA28-93F0-46DB-A01B-CB30E028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C6374-8F6B-4AA7-A434-652E6677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279082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เช็กชื่อเข้าแถว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7604F-9B98-401E-93C2-B9295727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EA7E5-0E7C-4270-B5B3-F9965BDE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2002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156 ภาพที่ 4.38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74EF0-81DA-4015-9E19-6E8E2945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cda3d98844d87"/>
          <a:stretch xmlns:a="http://schemas.openxmlformats.org/drawingml/2006/main"/>
        </p:blipFill>
        <p:spPr>
          <a:xfrm xmlns:a="http://schemas.openxmlformats.org/drawingml/2006/main">
            <a:off x="2212790" y="1581150"/>
            <a:ext cx="7766421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21B4A-B9A9-4ECB-88D8-1BA9CD7D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876925"/>
            <a:ext cx="4562475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บันทึกการมาเรียน และตรวจสอบประวัติย้อนหลัง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3467e11a84162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a86d5d59f4aa1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548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F3891-4EA1-491A-9791-84A8F3FA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9DEAC-5A98-4C74-93CF-751138C2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999EA-BB3B-45CA-B54E-B6DFE39C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365760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ติดตามการละหมาด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94398-BC83-4C51-90C4-FABDF12C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3A17B-C613-40C7-BC08-6C458F30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2002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152 ภาพที่ 4.33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8B85C-38F3-463E-8349-8D3425D4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1929bea1949c0"/>
          <a:stretch xmlns:a="http://schemas.openxmlformats.org/drawingml/2006/main"/>
        </p:blipFill>
        <p:spPr>
          <a:xfrm xmlns:a="http://schemas.openxmlformats.org/drawingml/2006/main">
            <a:off x="2188633" y="1581150"/>
            <a:ext cx="7814733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94EB0-5FB1-477E-AFA2-36010B21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876925"/>
            <a:ext cx="455295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สรุปการเข้าร่วมกิจกรรม และตรวจสอบรายบุคคล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dc07a531744de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51e7cb64e447c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0571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4024B-2340-4500-B702-05662B2C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59F71-4D63-4FFC-86D5-2FA08321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285750"/>
            <a:ext cx="1038225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ผลการพัฒนา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09BDA-BDCD-4518-95E9-58B82AF6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507682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ผู้ปกครองติดตามบุตรหลาน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C1BB7-64BD-4858-A570-3F4290FC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F165C-DB72-466A-9F48-6B5E3733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2002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165 ภาพที่ 4.55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EF69F-7F82-403D-A610-5458DD46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0dc240d7d4762"/>
          <a:stretch xmlns:a="http://schemas.openxmlformats.org/drawingml/2006/main"/>
        </p:blipFill>
        <p:spPr>
          <a:xfrm xmlns:a="http://schemas.openxmlformats.org/drawingml/2006/main">
            <a:off x="2168719" y="1581150"/>
            <a:ext cx="7854561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96207-E40F-4FA2-9B6B-C5266E4E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876925"/>
            <a:ext cx="40767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ดูประวัติพฤติกรรม และร่วมดูแลกับโรงเรียน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cf5c3ad9d4648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fbcb3a203487e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692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4BC625-2551-4A09-9A83-4A14AB83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E242F-2864-42CE-946E-5BB7E84B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285750"/>
            <a:ext cx="97155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กลุ่มตัวอย่าง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6E2E7-5C50-4CFA-9555-D2A1B2C9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3171825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การประเมินระบบ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9080D-073A-482C-BAED-9AFA720E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53B12-D1A3-421B-8B10-5742A8AB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2038350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58, 168-171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14595-B62D-44AE-8989-3676BFC8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0EA46-462C-4814-9B2E-BE204F48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581150"/>
            <a:ext cx="14478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0" b="0">
                <a:solidFill>
                  <a:srgbClr val="143F38"/>
                </a:solidFill>
                <a:latin typeface="Arial"/>
                <a:ea typeface="Arial"/>
                <a:cs typeface="Arial"/>
              </a:defRPr>
            </a:pPr>
            <a:r>
              <a:rPr sz="9000" b="0">
                <a:solidFill>
                  <a:srgbClr val="143F3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65D4F-2BC1-4DF9-9555-0C8BC014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875" y="2238375"/>
            <a:ext cx="628650" cy="516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259CB-E608-47CC-AD5E-3AA217CC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238500"/>
            <a:ext cx="19335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เลือกแบบเจาะจง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6C345-8CB3-4515-8BE2-D043DAC4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1714500"/>
            <a:ext cx="895350" cy="101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5175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12EA9-D0D4-4493-967D-B56A068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2781300"/>
            <a:ext cx="1066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นักเรียน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BB1A4-1F92-46EE-9A6A-BB991A1E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1714500"/>
            <a:ext cx="895350" cy="101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5175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5A0A4-AD68-4FD4-AF9F-593DA92D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2781300"/>
            <a:ext cx="1285875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ผู้ปกครอง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ECE21-2E0A-43AA-86F5-8A546FCE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1925" y="1714500"/>
            <a:ext cx="533400" cy="101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5175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AA01A-A66C-4ED3-9731-DA935D70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1925" y="2781300"/>
            <a:ext cx="1533525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ครูประจำชั้น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343D0-DD39-4C96-96D1-0BFE2024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1714500"/>
            <a:ext cx="533400" cy="101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5175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45B50-E5F3-4DDF-842D-06AFE71A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2781300"/>
            <a:ext cx="158115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ฝ่ายปกครอง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953E7-E05F-406C-AE0C-03476C7F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8766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77547D-4978-4DCA-8E4A-FB0407F2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248150"/>
            <a:ext cx="1971675" cy="4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คุณภาพระบบ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51991-99C4-48DF-A624-103C4286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752975"/>
            <a:ext cx="238125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ประเมินโดยผู้เชี่ยวชาญ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245F17-C2C8-4F85-A53D-42E621F0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4248150"/>
            <a:ext cx="2028825" cy="4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ความพึงพอใจ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5C5A5B-3640-4E86-B961-8D3DBF54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4752975"/>
            <a:ext cx="2066925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ประเมินโดยผู้ใช้งาน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CF6D7-F269-4F32-98FD-08529F25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657850"/>
            <a:ext cx="4162425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รายงานแนบยังไม่ระบุค่าคะแนนผลประเมิน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6c9cd2054492f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c011b0ba549a1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644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7810A-EA76-4ED1-BCF2-00D85E27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114E9-7645-4A3B-B465-4B0D9CA2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285750"/>
            <a:ext cx="438150" cy="250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D9C5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D9C59"/>
                </a:solidFill>
                <a:latin typeface="Tahoma"/>
                <a:ea typeface="Tahoma"/>
                <a:cs typeface="Tahoma"/>
              </a:rPr>
              <a:t>สรุป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FC533-F9F6-44C8-B0DD-B74F7E43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742950"/>
            <a:ext cx="476250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ประโยชน์ที่คาดว่าจะได้รับ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453D3-F9A4-43A7-BFB9-18C915F3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9050E-B1F6-4F10-8D0B-7C84BEE5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151447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ที่มา: Pop del.pdf หน้า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D5AB8-0425-4C5C-AADE-2B0CEDC5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90D47-F9FC-4CE1-9340-96963D9B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1819275"/>
            <a:ext cx="723900" cy="782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3975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6AB56-7F9F-43FD-8BFB-819EC367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1847850"/>
            <a:ext cx="1400175" cy="501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โรงเรียน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6A4AC-BC44-4E16-BB41-C2F750BA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428875"/>
            <a:ext cx="40671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ข้อมูลวินัยเป็นระบบและตรวจสอบได้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4B2A0-A130-4C37-9F67-3CD14249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181350"/>
            <a:ext cx="723900" cy="782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3975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8C86C-A679-4731-9D1D-1D63D23B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3209925"/>
            <a:ext cx="561975" cy="501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ครู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9001F-EB35-4C26-942F-7E98CEC2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3790950"/>
            <a:ext cx="423862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ลดภาระเอกสารและติดตามได้ต่อเนื่อง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39EB4-6B00-419F-9A64-E35D25C0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543425"/>
            <a:ext cx="723900" cy="782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3975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615C7-F8F4-481E-B804-A04C4674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4572000"/>
            <a:ext cx="3352800" cy="501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นักเรียนและผู้ปกครอง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A9505-747C-481C-81C6-4BB2C153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5153025"/>
            <a:ext cx="359092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รับรู้ข้อมูลและร่วมปรับพฤติกรรม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5b83dbe5d4fa3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7b23210af404e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446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0D756-359D-448C-B55F-2575A2DC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D2E8F-04CA-4F74-9287-CA59BECA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DED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61C3C-33C2-4C5A-BBFA-DEA9F3D6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457950"/>
            <a:ext cx="431482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ตอริก ลือแมะ / บุสริน มูซอ | สาขาเทคโนโลยีสารสนเทศ มหาวิทยาลัยราชภัฏยะลา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61CC4-4744-4031-921E-7942521F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950" y="6438900"/>
            <a:ext cx="62865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9C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9C59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1F32B-888F-4245-AD9D-656C550A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1963" y="2343150"/>
            <a:ext cx="3648075" cy="959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1">
                <a:solidFill>
                  <a:srgbClr val="143F38"/>
                </a:solidFill>
                <a:latin typeface="Tahoma"/>
                <a:ea typeface="Tahoma"/>
                <a:cs typeface="Tahoma"/>
              </a:defRPr>
            </a:pPr>
            <a:r>
              <a:rPr sz="4875" b="1">
                <a:solidFill>
                  <a:srgbClr val="143F38"/>
                </a:solidFill>
                <a:latin typeface="Tahoma"/>
                <a:ea typeface="Tahoma"/>
                <a:cs typeface="Tahoma"/>
              </a:rPr>
              <a:t>ขอบคุณครับ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00D3F-AAEA-4019-99CA-BF592DCB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1575" y="3524250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D9C5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3D789-6536-45BC-ABE2-7D522CB1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3943350"/>
            <a:ext cx="4038600" cy="48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62766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62766F"/>
                </a:solidFill>
                <a:latin typeface="Tahoma"/>
                <a:ea typeface="Tahoma"/>
                <a:cs typeface="Tahoma"/>
              </a:rPr>
              <a:t>ยินดีรับคำถามและข้อเสนอแนะ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faaad01cf4757"/>
          <a:stretch xmlns:a="http://schemas.openxmlformats.org/drawingml/2006/main"/>
        </p:blipFill>
        <p:spPr>
          <a:xfrm xmlns:a="http://schemas.openxmlformats.org/drawingml/2006/main">
            <a:off x="533400" y="114361"/>
            <a:ext cx="413385" cy="552328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0d30dc003417e"/>
          <a:stretch xmlns:a="http://schemas.openxmlformats.org/drawingml/2006/main"/>
        </p:blipFill>
        <p:spPr>
          <a:xfrm xmlns:a="http://schemas.openxmlformats.org/drawingml/2006/main">
            <a:off x="1108650" y="114300"/>
            <a:ext cx="544951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987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2026-10-03T23:31:02.0930000Z</dcterms:created>
  <dcterms:modified xsi:type="dcterms:W3CDTF">2026-10-03T23:31:02.0930000Z</dcterms:modified>
</coreProperties>
</file>