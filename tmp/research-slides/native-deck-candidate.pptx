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3db0d37db44df2" /><Relationship Type="http://schemas.openxmlformats.org/officeDocument/2006/relationships/extended-properties" Target="/docProps/app.xml" Id="Rc09919821ac04252" /><Relationship Type="http://schemas.openxmlformats.org/officeDocument/2006/relationships/officeDocument" Target="/ppt/presentation.xml" Id="R7e86b50ebb2b42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6f018f989e4a56"/>
  </p:sldMasterIdLst>
  <p:notesMasterIdLst>
    <p:notesMasterId xmlns:r="http://schemas.openxmlformats.org/officeDocument/2006/relationships" r:id="R8b1e0d3ddf8245c7"/>
  </p:notesMasterIdLst>
  <p:sldIdLst>
    <p:sldId xmlns:r="http://schemas.openxmlformats.org/officeDocument/2006/relationships" id="256" r:id="R8287a5fb7d0549d0"/>
    <p:sldId xmlns:r="http://schemas.openxmlformats.org/officeDocument/2006/relationships" id="257" r:id="R1c645c0ee8494c15"/>
    <p:sldId xmlns:r="http://schemas.openxmlformats.org/officeDocument/2006/relationships" id="258" r:id="R28d0c91e48a94e57"/>
    <p:sldId xmlns:r="http://schemas.openxmlformats.org/officeDocument/2006/relationships" id="259" r:id="R5a97e1c78dec4b62"/>
    <p:sldId xmlns:r="http://schemas.openxmlformats.org/officeDocument/2006/relationships" id="260" r:id="R14944ff983b44d5b"/>
    <p:sldId xmlns:r="http://schemas.openxmlformats.org/officeDocument/2006/relationships" id="261" r:id="R531757fe43af4fb5"/>
    <p:sldId xmlns:r="http://schemas.openxmlformats.org/officeDocument/2006/relationships" id="262" r:id="R214ec018af044cca"/>
    <p:sldId xmlns:r="http://schemas.openxmlformats.org/officeDocument/2006/relationships" id="263" r:id="R6266c7f9d14a4b11"/>
    <p:sldId xmlns:r="http://schemas.openxmlformats.org/officeDocument/2006/relationships" id="264" r:id="R03d89282f1574a7e"/>
    <p:sldId xmlns:r="http://schemas.openxmlformats.org/officeDocument/2006/relationships" id="265" r:id="R0db7c4d3891a4c93"/>
    <p:sldId xmlns:r="http://schemas.openxmlformats.org/officeDocument/2006/relationships" id="266" r:id="R7b41074a6a4841df"/>
    <p:sldId xmlns:r="http://schemas.openxmlformats.org/officeDocument/2006/relationships" id="267" r:id="R3f1f1863e98e406f"/>
    <p:sldId xmlns:r="http://schemas.openxmlformats.org/officeDocument/2006/relationships" id="268" r:id="R1d6a2410d56a4fe2"/>
    <p:sldId xmlns:r="http://schemas.openxmlformats.org/officeDocument/2006/relationships" id="269" r:id="R10bb3c1407ca4789"/>
    <p:sldId xmlns:r="http://schemas.openxmlformats.org/officeDocument/2006/relationships" id="270" r:id="R623e2b09003b481f"/>
    <p:sldId xmlns:r="http://schemas.openxmlformats.org/officeDocument/2006/relationships" id="271" r:id="R26da2267611b4745"/>
    <p:sldId xmlns:r="http://schemas.openxmlformats.org/officeDocument/2006/relationships" id="272" r:id="Re2500220aeab4704"/>
    <p:sldId xmlns:r="http://schemas.openxmlformats.org/officeDocument/2006/relationships" id="273" r:id="Rf28ab77d03864e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0159934e604478" /><Relationship Type="http://schemas.openxmlformats.org/officeDocument/2006/relationships/slideMaster" Target="/ppt/slideMasters/slideMaster1.xml" Id="R456f018f989e4a56" /><Relationship Type="http://schemas.openxmlformats.org/officeDocument/2006/relationships/notesMaster" Target="/ppt/notesMasters/notesMaster1.xml" Id="R8b1e0d3ddf8245c7" /><Relationship Type="http://schemas.openxmlformats.org/officeDocument/2006/relationships/presProps" Target="/ppt/presProps.xml" Id="Raefb9a2e310e483c" /><Relationship Type="http://schemas.openxmlformats.org/officeDocument/2006/relationships/tableStyles" Target="/ppt/tableStyles.xml" Id="Rbffae9ca1abd4c17" /><Relationship Type="http://schemas.openxmlformats.org/officeDocument/2006/relationships/slide" Target="/ppt/slides/slide1.xml" Id="R8287a5fb7d0549d0" /><Relationship Type="http://schemas.openxmlformats.org/officeDocument/2006/relationships/slide" Target="/ppt/slides/slide2.xml" Id="R1c645c0ee8494c15" /><Relationship Type="http://schemas.openxmlformats.org/officeDocument/2006/relationships/slide" Target="/ppt/slides/slide3.xml" Id="R28d0c91e48a94e57" /><Relationship Type="http://schemas.openxmlformats.org/officeDocument/2006/relationships/slide" Target="/ppt/slides/slide4.xml" Id="R5a97e1c78dec4b62" /><Relationship Type="http://schemas.openxmlformats.org/officeDocument/2006/relationships/slide" Target="/ppt/slides/slide5.xml" Id="R14944ff983b44d5b" /><Relationship Type="http://schemas.openxmlformats.org/officeDocument/2006/relationships/slide" Target="/ppt/slides/slide6.xml" Id="R531757fe43af4fb5" /><Relationship Type="http://schemas.openxmlformats.org/officeDocument/2006/relationships/slide" Target="/ppt/slides/slide7.xml" Id="R214ec018af044cca" /><Relationship Type="http://schemas.openxmlformats.org/officeDocument/2006/relationships/slide" Target="/ppt/slides/slide8.xml" Id="R6266c7f9d14a4b11" /><Relationship Type="http://schemas.openxmlformats.org/officeDocument/2006/relationships/slide" Target="/ppt/slides/slide9.xml" Id="R03d89282f1574a7e" /><Relationship Type="http://schemas.openxmlformats.org/officeDocument/2006/relationships/slide" Target="/ppt/slides/slide10.xml" Id="R0db7c4d3891a4c93" /><Relationship Type="http://schemas.openxmlformats.org/officeDocument/2006/relationships/slide" Target="/ppt/slides/slide11.xml" Id="R7b41074a6a4841df" /><Relationship Type="http://schemas.openxmlformats.org/officeDocument/2006/relationships/slide" Target="/ppt/slides/slide12.xml" Id="R3f1f1863e98e406f" /><Relationship Type="http://schemas.openxmlformats.org/officeDocument/2006/relationships/slide" Target="/ppt/slides/slide13.xml" Id="R1d6a2410d56a4fe2" /><Relationship Type="http://schemas.openxmlformats.org/officeDocument/2006/relationships/slide" Target="/ppt/slides/slide14.xml" Id="R10bb3c1407ca4789" /><Relationship Type="http://schemas.openxmlformats.org/officeDocument/2006/relationships/slide" Target="/ppt/slides/slide15.xml" Id="R623e2b09003b481f" /><Relationship Type="http://schemas.openxmlformats.org/officeDocument/2006/relationships/slide" Target="/ppt/slides/slide16.xml" Id="R26da2267611b4745" /><Relationship Type="http://schemas.openxmlformats.org/officeDocument/2006/relationships/slide" Target="/ppt/slides/slide17.xml" Id="Re2500220aeab4704" /><Relationship Type="http://schemas.openxmlformats.org/officeDocument/2006/relationships/slide" Target="/ppt/slides/slide18.xml" Id="Rf28ab77d03864e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48689adac14f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28891f71184738" /><Relationship Type="http://schemas.openxmlformats.org/officeDocument/2006/relationships/notesMaster" Target="/ppt/notesMasters/notesMaster1.xml" Id="R31dbd2eddbb14f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153371929a4206" /><Relationship Type="http://schemas.openxmlformats.org/officeDocument/2006/relationships/notesMaster" Target="/ppt/notesMasters/notesMaster1.xml" Id="R9b5cd3719bf04f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aa8abd0e8741e2" /><Relationship Type="http://schemas.openxmlformats.org/officeDocument/2006/relationships/notesMaster" Target="/ppt/notesMasters/notesMaster1.xml" Id="Ra6564616ca7344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61d54e6aa54de3" /><Relationship Type="http://schemas.openxmlformats.org/officeDocument/2006/relationships/notesMaster" Target="/ppt/notesMasters/notesMaster1.xml" Id="Rd04439ed7ee94e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378b6d6c554038" /><Relationship Type="http://schemas.openxmlformats.org/officeDocument/2006/relationships/notesMaster" Target="/ppt/notesMasters/notesMaster1.xml" Id="R3308cbdf55864b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de3913cba24524" /><Relationship Type="http://schemas.openxmlformats.org/officeDocument/2006/relationships/notesMaster" Target="/ppt/notesMasters/notesMaster1.xml" Id="Ra5684b5e8fb14a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f9c450b7494eda" /><Relationship Type="http://schemas.openxmlformats.org/officeDocument/2006/relationships/notesMaster" Target="/ppt/notesMasters/notesMaster1.xml" Id="R0100eac4b18b43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fe92de4a934289" /><Relationship Type="http://schemas.openxmlformats.org/officeDocument/2006/relationships/notesMaster" Target="/ppt/notesMasters/notesMaster1.xml" Id="Rf77ca2904a8949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db3ccdc9d34943" /><Relationship Type="http://schemas.openxmlformats.org/officeDocument/2006/relationships/notesMaster" Target="/ppt/notesMasters/notesMaster1.xml" Id="R0686425e2d3e4f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5c34224228498e" /><Relationship Type="http://schemas.openxmlformats.org/officeDocument/2006/relationships/notesMaster" Target="/ppt/notesMasters/notesMaster1.xml" Id="R35bdf6666eff46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25a8243a5949f5" /><Relationship Type="http://schemas.openxmlformats.org/officeDocument/2006/relationships/notesMaster" Target="/ppt/notesMasters/notesMaster1.xml" Id="R0d98aa775d594b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5a609b49e34e17" /><Relationship Type="http://schemas.openxmlformats.org/officeDocument/2006/relationships/notesMaster" Target="/ppt/notesMasters/notesMaster1.xml" Id="Rbf9851ecc6a241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78305d810a4805" /><Relationship Type="http://schemas.openxmlformats.org/officeDocument/2006/relationships/notesMaster" Target="/ppt/notesMasters/notesMaster1.xml" Id="R188cd5ba6a704c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afee5a3f154c7b" /><Relationship Type="http://schemas.openxmlformats.org/officeDocument/2006/relationships/notesMaster" Target="/ppt/notesMasters/notesMaster1.xml" Id="R27755bf75a8144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1bd1928d3549f1" /><Relationship Type="http://schemas.openxmlformats.org/officeDocument/2006/relationships/notesMaster" Target="/ppt/notesMasters/notesMaster1.xml" Id="Rb49ca55c17a64b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847d1f4f3c405b" /><Relationship Type="http://schemas.openxmlformats.org/officeDocument/2006/relationships/notesMaster" Target="/ppt/notesMasters/notesMaster1.xml" Id="R14589696abe040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53bca0daad64ba5" /><Relationship Type="http://schemas.openxmlformats.org/officeDocument/2006/relationships/notesMaster" Target="/ppt/notesMasters/notesMaster1.xml" Id="Rf89640ca09f942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c5c841e8e33497a" /><Relationship Type="http://schemas.openxmlformats.org/officeDocument/2006/relationships/notesMaster" Target="/ppt/notesMasters/notesMaster1.xml" Id="R3ca954c829274c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โครงงานทางเทคโนโลยีสารสนเทศ 2 | มหาวิทยาลัยราชภัฏยะลา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ผู้วิจัย: PDF หน้า 205-206 | รูปที่ปรึกษา: YRU Profile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16-17, 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แผนภาพประกอบโครงงานระบบวินัยนักเรียน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18-19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4, 20-21 | โลโก้: ไฟล์ต้นฉบับในโครงงาน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SDLC 7 ขั้นตาม Pop del.pdf หน้า 24-25 เชื่อมกับกิจกรรมวิจัยจากหน้า 59-65 และ 102-104 ไม่ระบุว่าขั้นใดดำเนินการเสร็จแล้ว หากไม่มีข้อมูลสถานะยืนยัน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แผนภาพประกอบโครงงานระบบวินัยนักเรียน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144 ภาพที่ 4.16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145 ภาพที่ 4.18-4.19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148 ภาพที่ 4.24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156 ภาพที่ 4.38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152 ภาพที่ 4.33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165 ภาพที่ 4.55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58, 168-171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ตอริก ลือแมะ  /  บุสริน มูซอ | สาขาเทคโนโลยีสารสนเทศ มหาวิทยาลัยราชภัฏยะลา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8a048d2dc45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909a5108284adf" /><Relationship Type="http://schemas.openxmlformats.org/officeDocument/2006/relationships/slideLayout" Target="/ppt/slideLayouts/slideLayout1.xml" Id="R1d7c696159de4c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7c696159de4c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8637e7c8447dc" /><Relationship Type="http://schemas.openxmlformats.org/officeDocument/2006/relationships/image" Target="/ppt/media/image.jpeg" Id="Re0fc121f7e474b20" /><Relationship Type="http://schemas.openxmlformats.org/officeDocument/2006/relationships/notesSlide" Target="/ppt/notesSlides/notesSlide1.xml" Id="R7e75c9f1c99b4c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6557e6c2f4fad" /><Relationship Type="http://schemas.openxmlformats.org/officeDocument/2006/relationships/image" Target="/ppt/media/image2.jpeg" Id="Rb7242884e2d249e5" /><Relationship Type="http://schemas.openxmlformats.org/officeDocument/2006/relationships/image" Target="/ppt/media/image3.jpeg" Id="R12543da29b78499c" /><Relationship Type="http://schemas.openxmlformats.org/officeDocument/2006/relationships/image" Target="/ppt/media/image4.jpeg" Id="Re26136c0172d433b" /><Relationship Type="http://schemas.openxmlformats.org/officeDocument/2006/relationships/image" Target="/ppt/media/image5.jpeg" Id="R60ddc3fe32af4bd5" /><Relationship Type="http://schemas.openxmlformats.org/officeDocument/2006/relationships/notesSlide" Target="/ppt/notesSlides/notesSlide2.xml" Id="R0cb1165a6b4547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7e07227e741d0" /><Relationship Type="http://schemas.openxmlformats.org/officeDocument/2006/relationships/image" Target="/ppt/media/image6.jpeg" Id="Reba0ac7dd3ed415f" /><Relationship Type="http://schemas.openxmlformats.org/officeDocument/2006/relationships/notesSlide" Target="/ppt/notesSlides/notesSlide3.xml" Id="R15d2047a290d48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5753f39b146a8" /><Relationship Type="http://schemas.openxmlformats.org/officeDocument/2006/relationships/image" Target="/ppt/media/image.png" Id="R40a1988131f14308" /><Relationship Type="http://schemas.openxmlformats.org/officeDocument/2006/relationships/notesSlide" Target="/ppt/notesSlides/notesSlide4.xml" Id="Rc4283dc4007c47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365c45bfc4230" /><Relationship Type="http://schemas.openxmlformats.org/officeDocument/2006/relationships/notesSlide" Target="/ppt/notesSlides/notesSlide5.xml" Id="R4fe4513818604c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5cb93c4cd4717" /><Relationship Type="http://schemas.openxmlformats.org/officeDocument/2006/relationships/notesSlide" Target="/ppt/notesSlides/notesSlide6.xml" Id="Ref1a465b436643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da3d5af5c44d9" /><Relationship Type="http://schemas.openxmlformats.org/officeDocument/2006/relationships/image" Target="/ppt/media/image2.png" Id="R4112dd7bd6104ad1" /><Relationship Type="http://schemas.openxmlformats.org/officeDocument/2006/relationships/image" Target="/ppt/media/image3.png" Id="R8907d709713a4679" /><Relationship Type="http://schemas.openxmlformats.org/officeDocument/2006/relationships/image" Target="/ppt/media/image4.png" Id="Rf82bc1716f144ef0" /><Relationship Type="http://schemas.openxmlformats.org/officeDocument/2006/relationships/image" Target="/ppt/media/image5.png" Id="R901af2cc79d646f2" /><Relationship Type="http://schemas.openxmlformats.org/officeDocument/2006/relationships/image" Target="/ppt/media/image6.png" Id="Rfabfa4c76bc34725" /><Relationship Type="http://schemas.openxmlformats.org/officeDocument/2006/relationships/image" Target="/ppt/media/image7.png" Id="Reef6a045335847e3" /><Relationship Type="http://schemas.openxmlformats.org/officeDocument/2006/relationships/image" Target="/ppt/media/image8.png" Id="R3e99eb016cfd46b5" /><Relationship Type="http://schemas.openxmlformats.org/officeDocument/2006/relationships/notesSlide" Target="/ppt/notesSlides/notesSlide7.xml" Id="R5f5203bc7c2a4f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ba88debc34d7f" /><Relationship Type="http://schemas.openxmlformats.org/officeDocument/2006/relationships/notesSlide" Target="/ppt/notesSlides/notesSlide8.xml" Id="Re7671a2632f441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d8ca0c9aa457a" /><Relationship Type="http://schemas.openxmlformats.org/officeDocument/2006/relationships/image" Target="/ppt/media/image9.png" Id="R70bd733b31324703" /><Relationship Type="http://schemas.openxmlformats.org/officeDocument/2006/relationships/notesSlide" Target="/ppt/notesSlides/notesSlide9.xml" Id="R4c99be0a2ea543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af7e403bd4426" /><Relationship Type="http://schemas.openxmlformats.org/officeDocument/2006/relationships/image" Target="/ppt/media/image7.jpeg" Id="R8cfaf5154c724290" /><Relationship Type="http://schemas.openxmlformats.org/officeDocument/2006/relationships/notesSlide" Target="/ppt/notesSlides/notesSlide10.xml" Id="R48ef94e0568747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bd80ab19d4341" /><Relationship Type="http://schemas.openxmlformats.org/officeDocument/2006/relationships/image" Target="/ppt/media/image10.png" Id="R448647d9fb3c40d4" /><Relationship Type="http://schemas.openxmlformats.org/officeDocument/2006/relationships/image" Target="/ppt/media/image11.png" Id="Rbdf9f75835944bd8" /><Relationship Type="http://schemas.openxmlformats.org/officeDocument/2006/relationships/notesSlide" Target="/ppt/notesSlides/notesSlide11.xml" Id="Raac6681377634f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05c7e803b44e2" /><Relationship Type="http://schemas.openxmlformats.org/officeDocument/2006/relationships/image" Target="/ppt/media/image8.jpeg" Id="R7c5dd27d5ddc4293" /><Relationship Type="http://schemas.openxmlformats.org/officeDocument/2006/relationships/notesSlide" Target="/ppt/notesSlides/notesSlide12.xml" Id="R5f2dd6a2e68749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e4257fcf04f9d" /><Relationship Type="http://schemas.openxmlformats.org/officeDocument/2006/relationships/image" Target="/ppt/media/image12.png" Id="R8c8bc5ee43c94ea5" /><Relationship Type="http://schemas.openxmlformats.org/officeDocument/2006/relationships/notesSlide" Target="/ppt/notesSlides/notesSlide13.xml" Id="R95c9575874454e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f0c458b4b4e71" /><Relationship Type="http://schemas.openxmlformats.org/officeDocument/2006/relationships/image" Target="/ppt/media/image13.png" Id="R7c839980fa5a472b" /><Relationship Type="http://schemas.openxmlformats.org/officeDocument/2006/relationships/notesSlide" Target="/ppt/notesSlides/notesSlide14.xml" Id="R8a7f940562ed49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77581bcc24f3c" /><Relationship Type="http://schemas.openxmlformats.org/officeDocument/2006/relationships/image" Target="/ppt/media/image9.jpeg" Id="R99e1b8aa3d7148bd" /><Relationship Type="http://schemas.openxmlformats.org/officeDocument/2006/relationships/notesSlide" Target="/ppt/notesSlides/notesSlide15.xml" Id="Rdc77b31a302146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6039716344027" /><Relationship Type="http://schemas.openxmlformats.org/officeDocument/2006/relationships/notesSlide" Target="/ppt/notesSlides/notesSlide16.xml" Id="Rca9081575ed547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74dae7998499a" /><Relationship Type="http://schemas.openxmlformats.org/officeDocument/2006/relationships/notesSlide" Target="/ppt/notesSlides/notesSlide17.xml" Id="R39254dccd26c47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787ea608f4eff" /><Relationship Type="http://schemas.openxmlformats.org/officeDocument/2006/relationships/notesSlide" Target="/ppt/notesSlides/notesSlide18.xml" Id="R0eebdbb4a4d241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CA592-8AA0-4E7B-BF0B-7CB9DF13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BB5B1-B586-4070-81FB-402185EB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B9796-630C-4124-B670-A4486694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DA559-444D-46AC-B11E-2462630D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33813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โครงงานทางเทคโนโลยีสารสนเทศ 2 | มหาวิทยาลัยราชภัฏยะลา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9F238-7D4F-414E-B19B-6E4B66C6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 / 18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c121f7e474b20"/>
          <a:srcRect xmlns:a="http://schemas.openxmlformats.org/drawingml/2006/main" l="23808" t="0" r="23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7650" y="0"/>
            <a:ext cx="4324350" cy="6191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E9A78-0A2D-41EA-94C6-5C28469F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8676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E0D68-3FD7-45A5-94D0-210F3D07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23875"/>
            <a:ext cx="3095625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โครงงานวิจัย • ปีการศึกษา 2569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83487-B2B9-485D-94A4-DC20CD85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704975"/>
            <a:ext cx="3514725" cy="723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ระบบสารสนเทศ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D8342-AF32-450C-9113-3448D2AF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419350"/>
            <a:ext cx="4067175" cy="723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การบริหารงานวินัย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4F7B6-4060-4BC0-BFD7-FD238EC7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133725"/>
            <a:ext cx="6324600" cy="723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และติดตามพฤติกรรมนักเรียน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5D94D-3721-4F68-8D34-F479BD5D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105275"/>
            <a:ext cx="41910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กรณีศึกษา: โรงเรียนศิริราษฎร์สามัคคี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EA0C8-1310-4343-90FE-9268B25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533900"/>
            <a:ext cx="17240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จังหวัดปัตตานี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9C996-556D-4D54-9BFD-95E85B1F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2482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D9C5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8AA34-B645-4B58-A964-072450C8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486400"/>
            <a:ext cx="277177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ตอริก ลือแมะ / บุสริน มูซอ</a:t>
            </a:r>
          </a:p>
        </p:txBody>
      </p:sp>
    </p:spTree>
    <p:extLst>
      <p:ext uri="{BB962C8B-B14F-4D97-AF65-F5344CB8AC3E}">
        <p14:creationId xmlns:p14="http://schemas.microsoft.com/office/powerpoint/2010/main" val="17023797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043A5A-6D54-440B-A830-F0F363CE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91356-FE32-4F57-8238-78895C0E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545FB-727C-4F94-8A31-EC30BC6C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6575" y="285750"/>
            <a:ext cx="9620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คณะผู้จัดทำ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DDE32-4A21-4AE1-8414-C62AD6F5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484822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ผู้วิจัยและอาจารย์ที่ปรึกษา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FCE31-9F81-47C7-9E35-341381D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646A9-DC4B-436E-A0C7-32908551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8956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ผู้วิจัย: PDF หน้า 205-206 | รูปที่ปรึกษา: YRU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52C52-B849-4D3B-B27F-F55F13AA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7347E-9276-42A5-A26B-DC21C288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428750"/>
            <a:ext cx="7239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ผู้วิจัย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92257-5A5E-4E2A-B366-8F130506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1428750"/>
            <a:ext cx="1781175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อาจารย์ที่ปรึกษา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42884e2d249e5"/>
          <a:srcRect xmlns:a="http://schemas.openxmlformats.org/drawingml/2006/main" l="0" t="1858" r="0" b="1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76425"/>
            <a:ext cx="2409825" cy="2971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92DB4-4793-4932-AB1A-6F5B895A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048250"/>
            <a:ext cx="193357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นายตอริก ลือแมะ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C073D-FE7B-4CDF-AE16-59C2E9F1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476875"/>
            <a:ext cx="1114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406665012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43da29b78499c"/>
          <a:srcRect xmlns:a="http://schemas.openxmlformats.org/drawingml/2006/main" l="0" t="1926" r="0" b="1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62325" y="1876425"/>
            <a:ext cx="2409825" cy="29718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4CD66-259F-4668-A56A-6E352054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5048250"/>
            <a:ext cx="17145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นายบุสริน มูซอ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7A63F-FDAA-40F9-8108-4861C1B3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5476875"/>
            <a:ext cx="1114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406665027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136c0172d433b"/>
          <a:srcRect xmlns:a="http://schemas.openxmlformats.org/drawingml/2006/main" l="9455" t="0" r="9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876425"/>
            <a:ext cx="2409825" cy="29718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2F17F-CF8D-499C-A10F-11EAAB19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5048250"/>
            <a:ext cx="212407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อ.แพรวศรี เดิมราช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B747A-459A-412C-936C-01BBCCA1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5476875"/>
            <a:ext cx="147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อาจารย์ที่ปรึกษา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dc3fe32af4bd5"/>
          <a:srcRect xmlns:a="http://schemas.openxmlformats.org/drawingml/2006/main" l="0" t="1118" r="0" b="11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8775" y="1876425"/>
            <a:ext cx="2409825" cy="29718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8B7FC-79C9-454C-A240-CA814705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5048250"/>
            <a:ext cx="17335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อ.รุสนี กาแมแล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F3C69-4E3B-41B6-B3CA-72C268B3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5476875"/>
            <a:ext cx="147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อาจารย์ที่ปรึกษา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45888-AC10-464C-9861-0C8E8A11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1762125"/>
            <a:ext cx="0" cy="404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</p:spTree>
    <p:extLst>
      <p:ext uri="{BB962C8B-B14F-4D97-AF65-F5344CB8AC3E}">
        <p14:creationId xmlns:p14="http://schemas.microsoft.com/office/powerpoint/2010/main" val="969962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75D5E-23CD-4CBA-BA32-26FA87C9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A68E1-C708-4091-94CB-17E2445E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D0E72-B429-42BB-BB95-31D3C2E6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6625" y="285750"/>
            <a:ext cx="56197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บทนำ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B9D42-C0DD-4B7F-869E-118532E5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41529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ความเป็นมาและปัญหา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6E31C-BD85-4471-B9B8-74A504BA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469DD-D8CE-46FC-B83F-2F5D526C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19050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16-17, 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2BB34-6817-4A35-9746-75A26782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 / 18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0ac7dd3ed415f"/>
          <a:srcRect xmlns:a="http://schemas.openxmlformats.org/drawingml/2006/main" l="3767" t="0" r="37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19250"/>
            <a:ext cx="5143500" cy="4171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2E71D-5AFC-41AB-A6ED-17060A6B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176212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78540-2029-4359-88FD-80846B9A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1762125"/>
            <a:ext cx="286702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ข้อมูลกระจัดกระจาย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5B71A-7347-48ED-9291-F8EAC533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2295525"/>
            <a:ext cx="210502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จดบันทึกลงกระดาษ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1A8C4-F0A8-4A6E-8B9F-02923DAA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13372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FD446-5751-4AD5-9412-DC3705C2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3133725"/>
            <a:ext cx="315277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สืบค้นและสรุปผลล่าช้า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4B2F6-B119-4BBC-9D8C-E3BF329B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3667125"/>
            <a:ext cx="286702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รวบรวมข้อมูลจากหลายแฟ้ม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4B0F1-1067-4798-BF0C-DE0FB933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450532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22DC7-DFFF-4C57-B9B3-15F2425F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4505325"/>
            <a:ext cx="364807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ติดตามกิจกรรมได้ไม่ทั่วถึง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BCFD8-B9BF-44AC-818D-0F99A4F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5038725"/>
            <a:ext cx="27813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ขาดหลักฐานที่ตรวจสอบได้</a:t>
            </a:r>
          </a:p>
        </p:txBody>
      </p:sp>
    </p:spTree>
    <p:extLst>
      <p:ext uri="{BB962C8B-B14F-4D97-AF65-F5344CB8AC3E}">
        <p14:creationId xmlns:p14="http://schemas.microsoft.com/office/powerpoint/2010/main" val="7770549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4C9E8-C279-438E-929D-3C6581E0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70155-0FEC-4308-A222-717A4B68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00B8E-4B0F-48CC-9983-6F802E53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285750"/>
            <a:ext cx="11430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วิเคราะห์ปัญหา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47CCF-D8D4-4FBF-839F-097E328D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296227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แผนผังก้างปลา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8091B-1728-49B4-A7E8-511F70A4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868F2-5644-431F-8889-16402615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6574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แผนภาพประกอบโครงงานระบบวินัยนักเรียน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2576B-0559-4AC5-A241-4A5CA287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04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67246-435F-469C-8887-EF010922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1676400"/>
            <a:ext cx="11430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1988131f14308"/>
          <a:stretch xmlns:a="http://schemas.openxmlformats.org/drawingml/2006/main"/>
        </p:blipFill>
        <p:spPr>
          <a:xfrm xmlns:a="http://schemas.openxmlformats.org/drawingml/2006/main">
            <a:off x="846351" y="1828800"/>
            <a:ext cx="10499298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48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5A949-1D0D-4B22-98C8-12ECD45A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DB9B5-CF2E-457D-94CF-03ED455B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DE1A1-5EBF-4182-9ECD-07CDF7B5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1850" y="285750"/>
            <a:ext cx="6667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การวิจัย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5397F-FDA7-4639-93D3-F87A4C11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23622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วัตถุประสงค์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C218E-3AAF-4EFF-8D09-C61768E4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4A93E-2835-4656-818C-923F77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15144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6480A-24E1-4173-963E-C50EF943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05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A34C1-B254-4B66-A0D0-1B0EC63C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819275"/>
            <a:ext cx="819150" cy="915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FAA4E-8445-48B5-8B1F-BD714023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1847850"/>
            <a:ext cx="549592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วิเคราะห์ ออกแบบ และพัฒนาระบบ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7F817-2210-44D8-B106-85048FBC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2457450"/>
            <a:ext cx="47434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บริหารงานวินัยและติดตามพฤติกรรมนักเรียน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7FA8E-1508-4B69-BCCB-9F01B765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2952750"/>
            <a:ext cx="9210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4F774-06F3-457D-9309-F36D3A21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190875"/>
            <a:ext cx="819150" cy="915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C22FE-1F4A-479B-8AF5-C7F1F946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3219450"/>
            <a:ext cx="34290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ประเมินคุณภาพระบบ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8E67A-489A-4F27-AA94-6CB3FF8C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829050"/>
            <a:ext cx="179070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โดยผู้เชี่ยวชาญ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7508B-4965-4FCF-8BFD-82837318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4324350"/>
            <a:ext cx="9210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655A4-4F60-42C2-80A3-E1807E01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562475"/>
            <a:ext cx="819150" cy="915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7CC9F-80D5-4440-8BED-A6A3E1CD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4591050"/>
            <a:ext cx="34861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ประเมินความพึงพอใจ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B5D88-E19A-4F21-B08E-08711B4E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5200650"/>
            <a:ext cx="20097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ของผู้ใช้งานระบบ</a:t>
            </a:r>
          </a:p>
        </p:txBody>
      </p:sp>
    </p:spTree>
    <p:extLst>
      <p:ext uri="{BB962C8B-B14F-4D97-AF65-F5344CB8AC3E}">
        <p14:creationId xmlns:p14="http://schemas.microsoft.com/office/powerpoint/2010/main" val="1675834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08C910-A019-4432-9BA1-57AE117A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62C70-3343-4897-84D3-DB265BE1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693B0-5621-43AB-9B39-F804C768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9450" y="285750"/>
            <a:ext cx="8191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5 บทบาท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7C0F9-F9F4-40B4-898B-6B29A140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315277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ขอบเขตผู้ใช้งาน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DCE51-6783-4B22-9567-FD856FAB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6E3AC-96BD-4E01-AC19-FDFF8134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16954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18-19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31408-1A8C-4CD9-B107-C5A6FDFD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06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9B9A0-A1D6-41E6-925C-A23BA1BD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59067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CA992-02EA-47C0-A066-5BC79229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1609725"/>
            <a:ext cx="16097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ผู้ดูแลระบบ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DF528-1E2C-4EB1-B52E-278586D7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1657350"/>
            <a:ext cx="1647825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ข้อมูลและสิทธิ์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3BE3B-8CB2-483F-85FD-5899BAD0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2238375"/>
            <a:ext cx="916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84874-BFEE-4A1E-A04C-6784F032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438400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9351F-3BBB-45FE-A54A-318ABD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2457450"/>
            <a:ext cx="17907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ฝ่ายปกครอง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A675D-46B4-4239-A5D6-A993E76A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2505075"/>
            <a:ext cx="23241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พฤติกรรมและรายงาน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6D2E5-9ED5-4F52-AAA6-5A662A69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3086100"/>
            <a:ext cx="916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17C95-1E57-4B7F-92B5-C41DFF35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28612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9FF1F-1C66-4873-90E4-CCAE1CD3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3305175"/>
            <a:ext cx="173355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ครูประจำชั้น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B022E-78DD-4E80-8134-7EB1E76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352800"/>
            <a:ext cx="18859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เช็กชื่อและบันทึก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13A4D-C9F9-4BFC-B010-0E13CABA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3933825"/>
            <a:ext cx="916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FFD3C-1734-49A8-8E02-DEA40847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133850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13147-FF1A-4B3F-A216-F9108FCF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4152900"/>
            <a:ext cx="11811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นักเรียน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3DAE4-30AD-497A-9F52-52E2F1FD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200525"/>
            <a:ext cx="20002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ประวัติและอุทธรณ์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CDD5FB-2B1B-4FDB-82F1-E2482113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4781550"/>
            <a:ext cx="916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E9F6A8-A851-4B48-9BFA-41A9AD06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98157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414648-F93A-486E-ADF1-22AC85AF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5000625"/>
            <a:ext cx="14478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ผู้ปกครอง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2BAC0-420D-4DA6-A047-3C267488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5048250"/>
            <a:ext cx="1905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ติดตามบุตรหลาน</a:t>
            </a:r>
          </a:p>
        </p:txBody>
      </p:sp>
    </p:spTree>
    <p:extLst>
      <p:ext uri="{BB962C8B-B14F-4D97-AF65-F5344CB8AC3E}">
        <p14:creationId xmlns:p14="http://schemas.microsoft.com/office/powerpoint/2010/main" val="1929851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AD9ADE-2975-46F7-9EC2-87CDFD2A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8B0C1-4DFE-4A66-8B92-39E3506B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1B9AC-6B01-4627-BF02-CEA358A9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2225" y="285750"/>
            <a:ext cx="147637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ซอฟต์แวร์และภาษา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F3227-4509-452D-8787-BE2A3B51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378142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เครื่องมือที่ใช้พัฒนา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16B16-F909-4C18-89BE-2A9D0B5A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05D14-76BC-48E2-BA78-552BC333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34956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4, 20-21 | โลโก้: ไฟล์ต้นฉบับในโครงงาน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390A0-E21B-41DC-BA9F-A550AB6E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07 / 18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2dd7bd6104ad1"/>
          <a:stretch xmlns:a="http://schemas.openxmlformats.org/drawingml/2006/main"/>
        </p:blipFill>
        <p:spPr>
          <a:xfrm xmlns:a="http://schemas.openxmlformats.org/drawingml/2006/main">
            <a:off x="1643063" y="1666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41DD7-1E93-45F1-B843-178AB38E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2838450"/>
            <a:ext cx="127635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VS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80899-C8B6-4342-B0CD-3ECBC205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257550"/>
            <a:ext cx="139065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เขียนโปรแกรม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7d709713a4679"/>
          <a:stretch xmlns:a="http://schemas.openxmlformats.org/drawingml/2006/main"/>
        </p:blipFill>
        <p:spPr>
          <a:xfrm xmlns:a="http://schemas.openxmlformats.org/drawingml/2006/main">
            <a:off x="5586413" y="1666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45919-ABBC-488C-BCE2-1E0315B0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8788" y="2838450"/>
            <a:ext cx="10953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MySQL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1BBF7-E605-4745-B4CD-DC3D7CCB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6888" y="3257550"/>
            <a:ext cx="1019175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ฐานข้อมูล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bc1716f144ef0"/>
          <a:stretch xmlns:a="http://schemas.openxmlformats.org/drawingml/2006/main"/>
        </p:blipFill>
        <p:spPr>
          <a:xfrm xmlns:a="http://schemas.openxmlformats.org/drawingml/2006/main">
            <a:off x="9529763" y="1666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FA764-B65D-4CF7-82C2-C54F4617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2638" y="2838450"/>
            <a:ext cx="7143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PHP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64209-60A1-4752-9CC8-85CD71BA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3257550"/>
            <a:ext cx="15621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ประมวลผลระบบ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8FF03-8836-49AF-B654-B974E877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7909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af2cc79d646f2"/>
          <a:stretch xmlns:a="http://schemas.openxmlformats.org/drawingml/2006/main"/>
        </p:blipFill>
        <p:spPr>
          <a:xfrm xmlns:a="http://schemas.openxmlformats.org/drawingml/2006/main">
            <a:off x="1447800" y="417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BC0C1-14A0-48C3-AA9B-8070982C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563" y="5295900"/>
            <a:ext cx="9048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HTML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fa4c76bc34725"/>
          <a:stretch xmlns:a="http://schemas.openxmlformats.org/drawingml/2006/main"/>
        </p:blipFill>
        <p:spPr>
          <a:xfrm xmlns:a="http://schemas.openxmlformats.org/drawingml/2006/main">
            <a:off x="4238625" y="417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94359-2E07-4439-95DC-2C4ED7AF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5295900"/>
            <a:ext cx="6667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CSS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6a045335847e3"/>
          <a:stretch xmlns:a="http://schemas.openxmlformats.org/drawingml/2006/main"/>
        </p:blipFill>
        <p:spPr>
          <a:xfrm xmlns:a="http://schemas.openxmlformats.org/drawingml/2006/main">
            <a:off x="7029450" y="417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1392E-8B69-4C1D-B3C2-0CAE3AE8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9413" y="5295900"/>
            <a:ext cx="15144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JavaScript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9eb016cfd46b5"/>
          <a:stretch xmlns:a="http://schemas.openxmlformats.org/drawingml/2006/main"/>
        </p:blipFill>
        <p:spPr>
          <a:xfrm xmlns:a="http://schemas.openxmlformats.org/drawingml/2006/main">
            <a:off x="9820275" y="417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4EDD50-AF6F-41B0-9BF5-EE5E2229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5038" y="5295900"/>
            <a:ext cx="9048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React</a:t>
            </a:r>
          </a:p>
        </p:txBody>
      </p:sp>
    </p:spTree>
    <p:extLst>
      <p:ext uri="{BB962C8B-B14F-4D97-AF65-F5344CB8AC3E}">
        <p14:creationId xmlns:p14="http://schemas.microsoft.com/office/powerpoint/2010/main" val="145410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AE0521-F8E0-49F1-890B-7BA236F6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14348-39E1-4A63-AC18-E6693912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57175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B90FB-071B-4197-94AA-D0BA13FA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ขั้นตอนดำเนินงานตาม SDLC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46A65-6FB5-4B5F-B646-F49F5D64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7 ขั้นตอนเพื่อพัฒนาระบบวินัยและติดตามพฤติกรรมนักเรียน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263B2-6A52-4B1A-81B7-7F4E55CA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7049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C8FB1-1F91-470E-8915-424E7606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028825"/>
            <a:ext cx="3657600" cy="3657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C8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98881-F49E-4D0E-930F-835311AF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4560B-54F0-4CFA-9306-BF5023B2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18192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706A9-65D2-4F93-9813-F3F09432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575" y="24860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ปัญหา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B7C8B-5891-4D3A-86B3-F7AA6D7F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42857">
            <a:off x="3574787" y="214325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D054C-9E12-4917-B1FF-85E02E8C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1088" y="246021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E1A78-FD37-4F40-9867-262E842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1088" y="250783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1AEFB-E954-4821-8512-5A793614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2102" y="2923549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ความเป็นไปได้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9A0B8-92F6-43A0-B7F8-98A12B50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28571">
            <a:off x="4564248" y="3384004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5A198-7018-4962-8CF2-E66FF3C7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223" y="4007396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F5822-E8EC-4E1B-B336-D4047F2C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223" y="4055021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76CAF-7864-450C-8685-234C21E5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6490" y="390665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วิเคราะห์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BE746-B266-4576-9179-01E416B6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114286">
            <a:off x="4211113" y="493118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29956-E8B8-41BF-A7A3-D14ED6CF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762" y="524814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504B1-467D-442B-A862-044BFE29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762" y="529576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0170F-A15F-4D7E-AAF9-2F527E77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7770" y="4695046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ออกแบบ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66EF4-F315-4AAB-BC91-1D9F28F4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781300" y="56197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74B02-A211-4A2A-A2A8-F4B12415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788" y="524814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DB6F63-0D09-426F-AB99-B77D1FF6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788" y="529576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92F61-CF76-4521-9C8F-5CC992F6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80" y="4695046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พัฒนา</a:t>
            </a:r>
          </a:p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และทดสอบ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B6608-EEAF-4E85-BCC1-B7DB8CC8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85714">
            <a:off x="1351487" y="493118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520BBD-3BDF-4A81-AC9D-040BF426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327" y="4007396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FF8FB7-E0E3-41B7-99EB-F762F696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327" y="4055021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1BAE6E-C27C-4F89-97FE-D04AA3D3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660" y="390665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ติดตั้ง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1EA736-05D3-42B4-BEB9-18F2746A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371429">
            <a:off x="998352" y="3384004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568F0A-0B5A-4040-B07F-5095065B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462" y="246021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20439E-9A11-4DFA-A6A8-210874D6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462" y="250783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C39F0C-6241-4F6B-8278-8465EAD2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48" y="2923549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บำรุงรักษา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74F00F-7ECE-4972-994A-7380F006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457143">
            <a:off x="1987813" y="214325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E0B2C9-DD71-44A9-BCFE-6A8CED71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33623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143F38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143F38"/>
                </a:solidFill>
                <a:latin typeface="Arial"/>
                <a:ea typeface="Arial"/>
                <a:cs typeface="Arial"/>
              </a:rPr>
              <a:t>SDLC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D13F88-5DE5-4FB3-AC69-7891C735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0290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ระบบวินัยนักเรียน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D4EB51-DF92-4360-A822-BAB56647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8864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พัฒนาและปรับปรุงอย่างต่อเนื่อง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DF0405-81D9-4152-BFB0-5DBE5107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1952625"/>
            <a:ext cx="0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6D8D4F-6CC1-4A65-8920-C1F99B50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19240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CFD73C-F55F-416B-A3E0-A255952D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9145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ค้นหาปัญหา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36C4C5-16E0-4730-A325-958CD5E2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2193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วิเคราะห์การบันทึกกระดาษและติดตามพฤติกรรม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7E48C6-458A-444E-829C-C3773594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25146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84E15F-2785-42D2-A750-49BECFE0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5050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ศึกษาความเป็นไปได้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67609E-7AF5-41B8-B94D-B9A0937C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8098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พิจารณาเครื่องมือ บุคลากร งบประมาณ และเวลา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916814-32D6-44C4-AD90-C91EA24A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1051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036F89-3CF4-46E1-B7AE-577DCF39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0956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วิเคราะห์ระบบ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C0F33B-EA60-43DD-980D-7B777F01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4004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สัมภาษณ์ผู้ใช้ • กำหนดงานและสิทธิ์ 5 บทบาท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74E75F-9556-4D01-91F7-CE8D8449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6957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18EFC2-739B-4714-8030-83780EBF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6861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ออกแบบระบบ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6A3F1D-1D3D-4B8C-BCEC-689F986F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9909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DFD • ER Diagram • ฐานข้อมูล • หน้าจอ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3E7743-6624-42CE-827C-709C8F9A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42862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31B1E0-DD37-4C36-A5DD-19C6D02A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2767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พัฒนาและทดสอบ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AE59B0-38C3-4DA6-8F12-4B0A48CB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5815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PHP/MySQL • ทดสอบคะแนน สิทธิ์ และอุทธรณ์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82723E-9CBB-4C6F-AC14-98D54C90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48768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910C49-98CD-4C1C-B1F3-5A4C202B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8672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ติดตั้งระบบ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82D851-4BFC-4533-B593-1B7616A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1720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ทดลองใช้ด้วย XAMPP และแม่ข่ายมหาวิทยาลัย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E003D7-6853-4665-B178-97913C5C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54673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079E0C-143E-49D7-93E0-24BA1432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4578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บำรุงรักษาระบบ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F79567-D422-4717-9028-6F5829E9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7626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ใช้ผลประเมินและข้อเสนอแนะปรับปรุงระบบ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828658-79FC-46CF-B504-9AA7D5D4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C8D489-15DD-4C05-BF3A-120C49C7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24-25, 59-65, 102-104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EC25302-685D-4017-B539-D6533A74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64103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1289697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E91C6-8687-4B40-B059-85751654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F1FF2-5E24-4CAB-931C-7DBFA733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9A594-A30A-49C2-A211-90B5A24F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285750"/>
            <a:ext cx="11049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DFD LEVEL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2F82F-EC36-48EB-88FD-2A70541A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405765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แผนภาพกระแสข้อมูล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32D5B-FCBB-4F41-A174-35259ABE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EEC00-0058-4196-BF0A-3EE084B2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6574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แผนภาพประกอบโครงงานระบบวินัยนักเรียน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A8D4E-7DAF-4BE3-AEDF-ABEB0F40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09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C1040-726F-4498-86B6-372B6979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352550"/>
            <a:ext cx="1165860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d733b31324703"/>
          <a:stretch xmlns:a="http://schemas.openxmlformats.org/drawingml/2006/main"/>
        </p:blipFill>
        <p:spPr>
          <a:xfrm xmlns:a="http://schemas.openxmlformats.org/drawingml/2006/main">
            <a:off x="1230135" y="1438275"/>
            <a:ext cx="9731730" cy="464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041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17BDF-7AA7-4F9F-AC34-4424DF7A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BA446-B0AC-44E6-926A-D378DD76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DF134-3217-43DF-953C-33C49729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CD89E-91B6-481C-9EE7-282E7707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261937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DF410-1F14-44F4-967D-23E067AC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59E3F-E4FC-4A72-9705-F49AE240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144 ภาพที่ 4.16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CDF19-B4E7-42B8-B0C4-8524A28D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af5154c724290"/>
          <a:stretch xmlns:a="http://schemas.openxmlformats.org/drawingml/2006/main"/>
        </p:blipFill>
        <p:spPr>
          <a:xfrm xmlns:a="http://schemas.openxmlformats.org/drawingml/2006/main">
            <a:off x="2192286" y="1581150"/>
            <a:ext cx="7807427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D3264-3787-4C9E-9A8B-F2AB1E46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395287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ดูคะแนน พฤติกรรม และสถิติในหน้าเดียว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14623360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C6EB0-6A7F-4582-A91A-AF7F2856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AD076-17BB-432A-AFBE-8430EA6E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27F40-631C-480D-BCE8-DC406F58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828F1-E3B3-45AE-8A52-B6E1CBDA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45720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บันทึกพฤติกรรมนักเรียน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75388-0CEF-4894-AE2F-57A6479B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8A190-661E-44A0-8428-0E17E2A0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48602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145 ภาพที่ 4.18-4.19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92AE3-C85A-4C0A-977A-662FC218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0099" y="6438900"/>
            <a:ext cx="628501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7C011-8754-4A4E-9460-55BB525F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609725"/>
            <a:ext cx="21240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บันทึกพฤติกรรม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11EC2-4C2A-429B-A2F5-F3A8C12B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457450"/>
            <a:ext cx="21621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ด้านบวก / ด้านลบ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FAA1E-1632-4701-96C6-857AA857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162300"/>
            <a:ext cx="23622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อ้างอิงเกณฑ์คะแนน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531C5-9965-4BAA-8A10-457CB884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867150"/>
            <a:ext cx="25241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แนบหลักฐานประกอบ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647d9fb3c40d4"/>
          <a:stretch xmlns:a="http://schemas.openxmlformats.org/drawingml/2006/main"/>
        </p:blipFill>
        <p:spPr>
          <a:xfrm xmlns:a="http://schemas.openxmlformats.org/drawingml/2006/main">
            <a:off x="4238625" y="1811338"/>
            <a:ext cx="3533775" cy="397827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9f75835944bd8"/>
          <a:stretch xmlns:a="http://schemas.openxmlformats.org/drawingml/2006/main"/>
        </p:blipFill>
        <p:spPr>
          <a:xfrm xmlns:a="http://schemas.openxmlformats.org/drawingml/2006/main">
            <a:off x="8115300" y="2117853"/>
            <a:ext cx="3543300" cy="33652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40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42F16-BE0C-4833-B8CE-F821EF8F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A22FF-ABCB-48B6-A39E-AF8DF0D5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A4FDD-A5DC-4856-BA6B-754C3CC8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D3B81-C15E-42F8-A5EF-1889E783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367665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พิจารณาคำอุทธรณ์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8F9A0-9975-47B6-9149-05E0D0D7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71DB9-F981-4E0C-9AE3-A9A85395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148 ภาพที่ 4.24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C7BC7-E834-4591-89CA-C741937D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dd27d5ddc4293"/>
          <a:stretch xmlns:a="http://schemas.openxmlformats.org/drawingml/2006/main"/>
        </p:blipFill>
        <p:spPr>
          <a:xfrm xmlns:a="http://schemas.openxmlformats.org/drawingml/2006/main">
            <a:off x="2203756" y="1581150"/>
            <a:ext cx="7784488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88EFC-A520-47DE-A637-E0880417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458152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ยื่นคำร้อง • ตรวจสอบหลักฐาน • ติดตามสถานะ</a:t>
            </a:r>
          </a:p>
        </p:txBody>
      </p:sp>
    </p:spTree>
    <p:extLst>
      <p:ext uri="{BB962C8B-B14F-4D97-AF65-F5344CB8AC3E}">
        <p14:creationId xmlns:p14="http://schemas.microsoft.com/office/powerpoint/2010/main" val="12720981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24600-C70E-47C1-ACAA-3C63555F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6D752-5C4A-4D88-BB76-077AEF22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10F15-3369-41DE-B2D0-9193A892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E031D-002D-429A-A07A-7242134D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279082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เช็กชื่อเข้าแถว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9D7E4-1DEF-4AB9-8C1A-B6C6D21D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2367A-2E42-4131-9772-767B7FB7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156 ภาพที่ 4.38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26BF8-1F99-42D1-B192-17473D75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bc5ee43c94ea5"/>
          <a:stretch xmlns:a="http://schemas.openxmlformats.org/drawingml/2006/main"/>
        </p:blipFill>
        <p:spPr>
          <a:xfrm xmlns:a="http://schemas.openxmlformats.org/drawingml/2006/main">
            <a:off x="2212790" y="1581150"/>
            <a:ext cx="7766421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EB926-56FC-4477-B883-5B079D18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456247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บันทึกการมาเรียน และตรวจสอบประวัติย้อนหลัง</a:t>
            </a:r>
          </a:p>
        </p:txBody>
      </p:sp>
    </p:spTree>
    <p:extLst>
      <p:ext uri="{BB962C8B-B14F-4D97-AF65-F5344CB8AC3E}">
        <p14:creationId xmlns:p14="http://schemas.microsoft.com/office/powerpoint/2010/main" val="19672298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37A04-1328-4C88-A743-D47694AA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51929-9A52-4DAD-9FE2-3DA27E79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69220-4F0C-4CF0-A67F-3B6B102C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A4CB6-003B-4697-B8EF-18BADB5A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36576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ติดตามการละหมาด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BC1C5-14EC-4EA0-B893-3F759E38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90865-2D83-4B71-8239-6EFF94CA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152 ภาพที่ 4.33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B5B4D-D802-4988-8163-4452DC9C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39980fa5a472b"/>
          <a:stretch xmlns:a="http://schemas.openxmlformats.org/drawingml/2006/main"/>
        </p:blipFill>
        <p:spPr>
          <a:xfrm xmlns:a="http://schemas.openxmlformats.org/drawingml/2006/main">
            <a:off x="2188633" y="1581150"/>
            <a:ext cx="7814733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2C4E9-F729-401E-A483-7803A1DE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45529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สรุปการเข้าร่วมกิจกรรม และตรวจสอบรายบุคคล</a:t>
            </a:r>
          </a:p>
        </p:txBody>
      </p:sp>
    </p:spTree>
    <p:extLst>
      <p:ext uri="{BB962C8B-B14F-4D97-AF65-F5344CB8AC3E}">
        <p14:creationId xmlns:p14="http://schemas.microsoft.com/office/powerpoint/2010/main" val="4941627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5FF93-3F11-4661-921F-AC0C22EB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C2458-DBAC-4D1F-BD5A-859B55E9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06B9E-6959-4C81-B1A3-4891CC31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7A943-0688-4358-93FE-DACF9D4A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507682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ผู้ปกครองติดตามบุตรหลาน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D7BF0-B587-4203-8A1C-BECC4D67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DF421-E97E-4452-B680-E89E9581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165 ภาพที่ 4.55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CF1E4-0DD8-4ED3-B9AD-CD7BDA4C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1b8aa3d7148bd"/>
          <a:stretch xmlns:a="http://schemas.openxmlformats.org/drawingml/2006/main"/>
        </p:blipFill>
        <p:spPr>
          <a:xfrm xmlns:a="http://schemas.openxmlformats.org/drawingml/2006/main">
            <a:off x="2168719" y="1581150"/>
            <a:ext cx="7854561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D4A51-C466-487A-B24A-2F81427E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40767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ดูประวัติพฤติกรรม และร่วมดูแลกับโรงเรียน</a:t>
            </a:r>
          </a:p>
        </p:txBody>
      </p:sp>
    </p:spTree>
    <p:extLst>
      <p:ext uri="{BB962C8B-B14F-4D97-AF65-F5344CB8AC3E}">
        <p14:creationId xmlns:p14="http://schemas.microsoft.com/office/powerpoint/2010/main" val="1999088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7D68AE-E949-485C-A25E-2E09683E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7328C-6563-4990-8369-8120C113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5CFFE-BECE-4CA3-8CFA-B5390210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285750"/>
            <a:ext cx="9715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กลุ่มตัวอย่าง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60225-FC61-4090-9DBC-CBB47C0F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317182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การประเมินระบบ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CA6F0-6085-4E6C-B4A2-86E24B09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DBA13-60A0-4D96-A2DE-AD1C3E15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0383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58, 168-171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D2E73-6339-49D3-9A42-05457993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9473F-FC2E-45CC-A6D4-35D408BD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581150"/>
            <a:ext cx="14478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0" b="0">
                <a:solidFill>
                  <a:srgbClr val="143F38"/>
                </a:solidFill>
                <a:latin typeface="Arial"/>
                <a:ea typeface="Arial"/>
                <a:cs typeface="Arial"/>
              </a:defRPr>
            </a:pPr>
            <a:r>
              <a:rPr sz="9000" b="0">
                <a:solidFill>
                  <a:srgbClr val="143F3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15377-A245-4AD0-B707-00DB81AC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875" y="2238375"/>
            <a:ext cx="628650" cy="516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0B8FC-9F3E-4A2B-8D33-61D4ACB6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238500"/>
            <a:ext cx="19335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เลือกแบบเจาะจง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FE632-C76F-4291-8FBB-76574ACD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1714500"/>
            <a:ext cx="89535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51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75688-CBF2-4A9E-9F53-8C1273DC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2781300"/>
            <a:ext cx="1066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นักเรียน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998FA-B174-47BA-A58F-58C1EEAE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714500"/>
            <a:ext cx="89535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51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29A0A-FC87-4BB5-B675-E15764AE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2781300"/>
            <a:ext cx="1285875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ผู้ปกครอง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84EE6-3C17-45AD-BE02-7686F3F4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1714500"/>
            <a:ext cx="53340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51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7FE80-59B5-4F7A-A377-78ED470F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2781300"/>
            <a:ext cx="1533525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ครูประจำชั้น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10355-43F7-457B-99A6-FA29FA61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1714500"/>
            <a:ext cx="53340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51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D3910-B890-4941-B8CE-922210E9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2781300"/>
            <a:ext cx="1581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ฝ่ายปกครอง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D2AC5-EF26-4539-B95E-11381815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8766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7B575-2389-4C49-AD19-9BA27793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248150"/>
            <a:ext cx="197167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คุณภาพระบบ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CC8BC-1A00-4966-B317-15C62E31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752975"/>
            <a:ext cx="238125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ประเมินโดยผู้เชี่ยวชาญ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A9E35-8771-497F-9380-3E8C5BBE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4248150"/>
            <a:ext cx="202882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ความพึงพอใจ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02F7C-8D36-4B4A-B151-A32EFBF8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4752975"/>
            <a:ext cx="206692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ประเมินโดยผู้ใช้งาน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229980-9A67-493B-BE80-331BA407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657850"/>
            <a:ext cx="416242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รายงานแนบยังไม่ระบุค่าคะแนนผลประเมิน</a:t>
            </a:r>
          </a:p>
        </p:txBody>
      </p:sp>
    </p:spTree>
    <p:extLst>
      <p:ext uri="{BB962C8B-B14F-4D97-AF65-F5344CB8AC3E}">
        <p14:creationId xmlns:p14="http://schemas.microsoft.com/office/powerpoint/2010/main" val="16321972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00832-E97E-487A-90E1-9A13E4FA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C923E-F3FB-4A24-868D-DA42FE59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ED524-959D-4F44-9652-ADCB5822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285750"/>
            <a:ext cx="4381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สรุป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1D2E8-BE48-4991-8CAE-2A9E3B6F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47625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ประโยชน์ที่คาดว่าจะได้รับ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61E50-A5CF-4CC2-AE7F-BE50D88C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03AF2-9078-463E-AD58-B4692B9B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15144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603D5-E341-412F-92B5-A03DF558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97F9E-363D-47C0-A968-082A68A6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819275"/>
            <a:ext cx="723900" cy="782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39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FDAC4-C35A-4EF6-B31F-5F7FDDB4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1847850"/>
            <a:ext cx="1400175" cy="50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โรงเรียน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C9847-B192-42DC-95A1-E8649A4E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428875"/>
            <a:ext cx="40671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ข้อมูลวินัยเป็นระบบและตรวจสอบได้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C7A8E-428B-48FA-9214-3F4AD19D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181350"/>
            <a:ext cx="723900" cy="782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39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6B3D4-5CCC-4D0B-A845-EC37399A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3209925"/>
            <a:ext cx="561975" cy="50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ครู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CBC7B-913D-46C0-9BB3-D983C140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3790950"/>
            <a:ext cx="42386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ลดภาระเอกสารและติดตามได้ต่อเนื่อง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934AD-978B-422F-B1EA-916D548E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543425"/>
            <a:ext cx="723900" cy="782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39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DE6F4-3726-4B92-9B53-E15B4C47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4572000"/>
            <a:ext cx="3352800" cy="50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นักเรียนและผู้ปกครอง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EEE4F-F82C-4053-861C-B2721275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153025"/>
            <a:ext cx="35909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รับรู้ข้อมูลและร่วมปรับพฤติกรรม</a:t>
            </a:r>
          </a:p>
        </p:txBody>
      </p:sp>
    </p:spTree>
    <p:extLst>
      <p:ext uri="{BB962C8B-B14F-4D97-AF65-F5344CB8AC3E}">
        <p14:creationId xmlns:p14="http://schemas.microsoft.com/office/powerpoint/2010/main" val="17408344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4527C-F57D-4514-BBC6-E7F2F2B6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9E969-4D5D-411E-B9FB-1730133A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"/>
            <a:ext cx="31813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03DB6-610E-4B6B-A56E-97C05625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2D41A-2FE7-4B52-AB52-0A7AFC21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431482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ตอริก ลือแมะ / บุสริน มูซอ | สาขาเทคโนโลยีสารสนเทศ มหาวิทยาลัยราชภัฏยะลา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7D003-BC26-4CE9-845E-E37BF61D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21E88-BC45-4DE4-A1EA-7053990B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1963" y="2343150"/>
            <a:ext cx="3648075" cy="959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487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ขอบคุณครับ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03208-848D-4C37-804F-17841D2B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575" y="352425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D9C5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AF80D-06DA-4C50-8FE6-FE4EB169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3943350"/>
            <a:ext cx="4038600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ยินดีรับคำถามและข้อเสนอแนะ</a:t>
            </a:r>
          </a:p>
        </p:txBody>
      </p:sp>
    </p:spTree>
    <p:extLst>
      <p:ext uri="{BB962C8B-B14F-4D97-AF65-F5344CB8AC3E}">
        <p14:creationId xmlns:p14="http://schemas.microsoft.com/office/powerpoint/2010/main" val="9058031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2026-10-03T23:15:45.6090000Z</dcterms:created>
  <dcterms:modified xsi:type="dcterms:W3CDTF">2026-10-03T23:15:45.6090000Z</dcterms:modified>
</coreProperties>
</file>